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charts/chart2101.xml" ContentType="application/vnd.openxmlformats-officedocument.drawingml.char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8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8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各位评委好，我们的项目叫因子实验室。它不是一个承诺找到高收益因子的预测器，而是一套让 AI 对研究结果负责的工作台。我们用生成、拦截、验证、反思和淘汰组成完整闭环。封面上的两组数字先说明我们的立场：六十九项安全基准全部通过，但五个预注册候选在独立复核中一个都没有被接纳。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现在的模型很擅长把自然语言快速变成公式，但快并不等于可信。直接生成 Python 会带来注入、越权和不可审计风险；样本内好看的收益，也可能来自偶然波动、多重检验或交易成本遗漏。真正需要产品回答的不是“能不能生成”，而是“这个候选能不能被接纳”。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因此，我们把 Agent 的创造力关进研究纪律。它先把自然语言假设变成受限表达式，再经过算子、字段、参数、深度和节点数门禁。候选随后统一接受 IC、FDR、时间分割和扣成本策略验证。评分低于五十分时，诊断最多回喂两轮；独立环境仍不达标，就停止接纳，最终决定始终由人完成。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里的安全不是提示词里的承诺，而是解析层的结构约束。系统只允许三十八个金融算子，表达式深度不超过八，语法树节点不超过六十四。固定基准包含十二条合法公式和五十七条危险或失控输入，结果是六十九项全部符合预期。更重要的是，这套基准真实发现过 signed power 参数约束漂移；修复后我们重新跑完全部用例，而不是隐藏缺口。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底层门禁已经进入真实工作台。用户不需要写代码，可以提出假设、调用统一验证管线，并获得带边界的判定。在线版本提供沪深三百预置示例，完整全 A 能力保留在本地包。界面把 AI 因子工场、经典因子、诊断和策略构建放在同一流程里，独立复核显示淘汰时，系统也不会把失败状态藏起来。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我们的另一个原则是，不为 AI 生成的因子单独放宽标准。九十一个经典因子，包括十个教科书因子和八十一个 WorldQuant 101 公式，也要走同一条管线。初步结果中有六个名义显著，但经过 FDR 校正后是零个。沪深三百样本覆盖三百只股票、七百七十八个交易日；全 A 覆盖五千三百二十只股票，用于检查结论对股票池口径是否敏感。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这一页是最重要的反转。放量延续因子在本地样本内显示年化百分之十四点四，但进入 BigQuant 动态沪深三百环境后，周频 Top 三十策略年化变成负百分之二点四五，夏普为负零点一。五个预注册候选最终零个同时通过发现期、留出期和扣成本策略门槛。我们把这看作产品功能的证据：系统能够阻止假阳性进入接纳层。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到这里，我们明确区分两件事。已经完成的是在线工作台、双股票池、统一诊断、安全基准、复现脚本和 BigQuant 独立失败复核。尚未完成的是用户价值验证。提交前计划至少五名、目标八名用户完成固定五步任务，失败样本不剔除，并由脚本汇总完成率、正确判断率、耗时和求助次数。在这些任务完成前，我们不会把用户价值写成既成事实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商业潜力也不应该靠乐观收入预测。第一道门槛是提交前至少五名目标用户完成统一任务，目前仍待完成。之后三十到九十天，我们再验证三十名持续使用者、十名增值功能访谈和三名可退款早期试用意向。只有个人端漏斗成立，才进入一到三个研究团队的工作流访谈。云端全 A 更新、批量扫描和团队协作只是候选增值方向，门槛未达标就继续验证，不仓促收费。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最后，用一句话总结我们的责任分工：AI 提出候选，结构负责拦截，证据负责判定，人负责决定。因子实验室不承诺预测收益，它承诺把 AI 的创造力变成可审计、可复现、可否决的研究过程。下一步我们将完成真实用户任务测试，继续积累样本外证据。希望评委让这套“对结果负责”的金融 AI 智能体进入下一轮验证。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slide-accent Layout"/>
          <p:cNvSpPr/>
          <p:nvPr/>
        </p:nvSpPr>
        <p:spPr>
          <a:xfrm>
            <a:off x="609600" y="2057400"/>
            <a:ext cx="76200" cy="1828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3" name="title-slide-title-slot Placeholder"/>
          <p:cNvSpPr>
            <a:spLocks noGrp="1"/>
          </p:cNvSpPr>
          <p:nvPr>
            <p:ph type="title"/>
          </p:nvPr>
        </p:nvSpPr>
        <p:spPr>
          <a:xfrm>
            <a:off x="1066800" y="2057400"/>
            <a:ext cx="10058400" cy="1104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150"/>
            </a:lvl1pPr>
          </a:lstStyle>
          <a:p>
            <a:pPr algn="l"/>
            <a:r>
              <a:rPr lang="zh-CN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title-slide-subtitle-slot Placeholder"/>
          <p:cNvSpPr>
            <a:spLocks noGrp="1"/>
          </p:cNvSpPr>
          <p:nvPr>
            <p:ph type="subTitle" idx="1"/>
          </p:nvPr>
        </p:nvSpPr>
        <p:spPr>
          <a:xfrm>
            <a:off x="1066800" y="3333750"/>
            <a:ext cx="8382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400"/>
            </a:lvl1pPr>
          </a:lstStyle>
          <a:p>
            <a:pPr algn="l" marL="0" indent="0">
              <a:buNone/>
            </a:pPr>
            <a:r>
              <a:rPr lang="zh-CN" sz="24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subtitle</a:t>
            </a:r>
            <a:endParaRPr lang="en-US"/>
          </a:p>
        </p:txBody>
      </p:sp>
    </p:spTree>
    <p:extLst>
      <p:ext uri="{BB962C8B-B14F-4D97-AF65-F5344CB8AC3E}">
        <p14:creationId val="15774764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Hero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statement-field Layout"/>
          <p:cNvSpPr/>
          <p:nvPr/>
        </p:nvSpPr>
        <p:spPr>
          <a:xfrm>
            <a:off x="609600" y="914400"/>
            <a:ext cx="10972800" cy="5029200"/>
          </a:xfrm>
          <a:prstGeom prst="roundRect">
            <a:avLst>
              <a:gd name="adj" fmla="val 3788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3" name="hero-statement-accent Layout"/>
          <p:cNvSpPr/>
          <p:nvPr/>
        </p:nvSpPr>
        <p:spPr>
          <a:xfrm>
            <a:off x="914400" y="1371600"/>
            <a:ext cx="1524000" cy="571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hero-statement-title-slot Placeholder"/>
          <p:cNvSpPr>
            <a:spLocks noGrp="1"/>
          </p:cNvSpPr>
          <p:nvPr>
            <p:ph type="title"/>
          </p:nvPr>
        </p:nvSpPr>
        <p:spPr>
          <a:xfrm>
            <a:off x="914400" y="1752600"/>
            <a:ext cx="10363200" cy="198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150"/>
            </a:lvl1pPr>
          </a:lstStyle>
          <a:p>
            <a:pPr algn="l"/>
            <a:r>
              <a:rPr lang="zh-CN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hero-statement-subtitle-slot Placeholder"/>
          <p:cNvSpPr>
            <a:spLocks noGrp="1"/>
          </p:cNvSpPr>
          <p:nvPr>
            <p:ph type="subTitle" idx="1"/>
          </p:nvPr>
        </p:nvSpPr>
        <p:spPr>
          <a:xfrm>
            <a:off x="914400" y="4038600"/>
            <a:ext cx="7239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400"/>
            </a:lvl1pPr>
          </a:lstStyle>
          <a:p>
            <a:pPr algn="l" marL="0" indent="0">
              <a:buNone/>
            </a:pPr>
            <a:r>
              <a:rPr lang="zh-CN" sz="24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Click to add subtitle</a:t>
            </a:r>
            <a:endParaRPr lang="en-US"/>
          </a:p>
        </p:txBody>
      </p:sp>
    </p:spTree>
    <p:extLst>
      <p:ext uri="{BB962C8B-B14F-4D97-AF65-F5344CB8AC3E}">
        <p14:creationId val="21205423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ocess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cess-timeline-axis Layout"/>
          <p:cNvSpPr/>
          <p:nvPr/>
        </p:nvSpPr>
        <p:spPr>
          <a:xfrm>
            <a:off x="1866900" y="2438400"/>
            <a:ext cx="8458200" cy="9525"/>
          </a:xfrm>
          <a:custGeom>
            <a:avLst/>
            <a:gdLst/>
            <a:ahLst/>
            <a:cxnLst/>
            <a:rect l="l" t="t" r="r" b="b"/>
            <a:pathLst>
              <a:path w="8458200" h="9525">
                <a:moveTo>
                  <a:pt x="0" y="0"/>
                </a:moveTo>
                <a:lnTo>
                  <a:pt x="8458200" y="0"/>
                </a:lnTo>
              </a:path>
            </a:pathLst>
          </a:custGeom>
          <a:noFill/>
          <a:ln w="38100">
            <a:solidFill>
              <a:schemeClr val="accent1"/>
            </a:solidFill>
          </a:ln>
        </p:spPr>
      </p:sp>
      <p:sp>
        <p:nvSpPr>
          <p:cNvPr id="3" name="process-timeline-node-one Layout"/>
          <p:cNvSpPr/>
          <p:nvPr/>
        </p:nvSpPr>
        <p:spPr>
          <a:xfrm>
            <a:off x="1752600" y="2324100"/>
            <a:ext cx="228600" cy="228600"/>
          </a:xfrm>
          <a:prstGeom prst="ellipse">
            <a:avLst/>
          </a:prstGeom>
          <a:solidFill>
            <a:schemeClr val="lt1"/>
          </a:solidFill>
          <a:ln w="38100">
            <a:solidFill>
              <a:schemeClr val="accent1"/>
            </a:solidFill>
          </a:ln>
        </p:spPr>
      </p:sp>
      <p:sp>
        <p:nvSpPr>
          <p:cNvPr id="4" name="process-timeline-node-two Layout"/>
          <p:cNvSpPr/>
          <p:nvPr/>
        </p:nvSpPr>
        <p:spPr>
          <a:xfrm>
            <a:off x="4572000" y="2324100"/>
            <a:ext cx="228600" cy="228600"/>
          </a:xfrm>
          <a:prstGeom prst="ellipse">
            <a:avLst/>
          </a:prstGeom>
          <a:solidFill>
            <a:schemeClr val="lt1"/>
          </a:solidFill>
          <a:ln w="38100">
            <a:solidFill>
              <a:schemeClr val="accent1"/>
            </a:solidFill>
          </a:ln>
        </p:spPr>
      </p:sp>
      <p:sp>
        <p:nvSpPr>
          <p:cNvPr id="5" name="process-timeline-node-three Layout"/>
          <p:cNvSpPr/>
          <p:nvPr/>
        </p:nvSpPr>
        <p:spPr>
          <a:xfrm>
            <a:off x="7391400" y="2324100"/>
            <a:ext cx="228600" cy="228600"/>
          </a:xfrm>
          <a:prstGeom prst="ellipse">
            <a:avLst/>
          </a:prstGeom>
          <a:solidFill>
            <a:schemeClr val="lt1"/>
          </a:solidFill>
          <a:ln w="38100">
            <a:solidFill>
              <a:schemeClr val="accent1"/>
            </a:solidFill>
          </a:ln>
        </p:spPr>
      </p:sp>
      <p:sp>
        <p:nvSpPr>
          <p:cNvPr id="6" name="process-timeline-node-four Layout"/>
          <p:cNvSpPr/>
          <p:nvPr/>
        </p:nvSpPr>
        <p:spPr>
          <a:xfrm>
            <a:off x="10210800" y="2324100"/>
            <a:ext cx="228600" cy="228600"/>
          </a:xfrm>
          <a:prstGeom prst="ellipse">
            <a:avLst/>
          </a:prstGeom>
          <a:solidFill>
            <a:schemeClr val="lt1"/>
          </a:solidFill>
          <a:ln w="38100">
            <a:solidFill>
              <a:schemeClr val="accent2"/>
            </a:solidFill>
          </a:ln>
        </p:spPr>
      </p:sp>
      <p:sp>
        <p:nvSpPr>
          <p:cNvPr id="7" name="process-timeline-takeaway-panel Layout"/>
          <p:cNvSpPr/>
          <p:nvPr/>
        </p:nvSpPr>
        <p:spPr>
          <a:xfrm>
            <a:off x="609600" y="5410200"/>
            <a:ext cx="10972800" cy="685800"/>
          </a:xfrm>
          <a:prstGeom prst="roundRect">
            <a:avLst>
              <a:gd name="adj" fmla="val 16667"/>
            </a:avLst>
          </a:prstGeom>
          <a:solidFill>
            <a:srgbClr val="13243A"/>
          </a:solidFill>
          <a:ln w="9525">
            <a:solidFill>
              <a:srgbClr val="29405A"/>
            </a:solidFill>
          </a:ln>
        </p:spPr>
      </p:sp>
      <p:sp>
        <p:nvSpPr>
          <p:cNvPr id="8" name="process-timeline-title-slot Placeholder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150"/>
            </a:lvl1pPr>
          </a:lstStyle>
          <a:p>
            <a:pPr algn="l"/>
            <a:r>
              <a:rPr lang="zh-CN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9" name="process-timeline-one-slot Placeholder"/>
          <p:cNvSpPr>
            <a:spLocks noGrp="1"/>
          </p:cNvSpPr>
          <p:nvPr>
            <p:ph type="obj" idx="1"/>
          </p:nvPr>
        </p:nvSpPr>
        <p:spPr>
          <a:xfrm>
            <a:off x="762000" y="1600200"/>
            <a:ext cx="2209800" cy="327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800"/>
            </a:lvl1pPr>
          </a:lstStyle>
          <a:p>
            <a:pPr algn="ctr">
              <a:lnSpc>
                <a:spcPts val="2250"/>
              </a:lnSpc>
            </a:pPr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content</a:t>
            </a:r>
            <a:endParaRPr lang="en-US"/>
          </a:p>
        </p:txBody>
      </p:sp>
      <p:sp>
        <p:nvSpPr>
          <p:cNvPr id="10" name="process-timeline-two-slot Placeholder"/>
          <p:cNvSpPr>
            <a:spLocks noGrp="1"/>
          </p:cNvSpPr>
          <p:nvPr>
            <p:ph type="obj" idx="2"/>
          </p:nvPr>
        </p:nvSpPr>
        <p:spPr>
          <a:xfrm>
            <a:off x="3581400" y="1600200"/>
            <a:ext cx="2209800" cy="327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800"/>
            </a:lvl1pPr>
          </a:lstStyle>
          <a:p>
            <a:pPr algn="ctr">
              <a:lnSpc>
                <a:spcPts val="2250"/>
              </a:lnSpc>
            </a:pPr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content</a:t>
            </a:r>
            <a:endParaRPr lang="en-US"/>
          </a:p>
        </p:txBody>
      </p:sp>
      <p:sp>
        <p:nvSpPr>
          <p:cNvPr id="11" name="process-timeline-three-slot Placeholder"/>
          <p:cNvSpPr>
            <a:spLocks noGrp="1"/>
          </p:cNvSpPr>
          <p:nvPr>
            <p:ph type="obj" idx="3"/>
          </p:nvPr>
        </p:nvSpPr>
        <p:spPr>
          <a:xfrm>
            <a:off x="6400800" y="1600200"/>
            <a:ext cx="2209800" cy="327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800"/>
            </a:lvl1pPr>
          </a:lstStyle>
          <a:p>
            <a:pPr algn="ctr">
              <a:lnSpc>
                <a:spcPts val="2250"/>
              </a:lnSpc>
            </a:pPr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content</a:t>
            </a:r>
            <a:endParaRPr lang="en-US"/>
          </a:p>
        </p:txBody>
      </p:sp>
      <p:sp>
        <p:nvSpPr>
          <p:cNvPr id="12" name="process-timeline-four-slot Placeholder"/>
          <p:cNvSpPr>
            <a:spLocks noGrp="1"/>
          </p:cNvSpPr>
          <p:nvPr>
            <p:ph type="obj" idx="4"/>
          </p:nvPr>
        </p:nvSpPr>
        <p:spPr>
          <a:xfrm>
            <a:off x="9220200" y="1600200"/>
            <a:ext cx="2209800" cy="327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800"/>
            </a:lvl1pPr>
          </a:lstStyle>
          <a:p>
            <a:pPr algn="ctr">
              <a:lnSpc>
                <a:spcPts val="2250"/>
              </a:lnSpc>
            </a:pPr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content</a:t>
            </a:r>
            <a:endParaRPr lang="en-US"/>
          </a:p>
        </p:txBody>
      </p:sp>
      <p:sp>
        <p:nvSpPr>
          <p:cNvPr id="13" name="process-timeline-takeaway-slot Placeholder"/>
          <p:cNvSpPr>
            <a:spLocks noGrp="1"/>
          </p:cNvSpPr>
          <p:nvPr>
            <p:ph type="body" idx="5"/>
          </p:nvPr>
        </p:nvSpPr>
        <p:spPr>
          <a:xfrm>
            <a:off x="838200" y="5562600"/>
            <a:ext cx="105156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800"/>
            </a:lvl1pPr>
          </a:lstStyle>
          <a:p>
            <a:pPr algn="ctr" marL="0" indent="0">
              <a:buNone/>
            </a:pPr>
            <a:r>
              <a:rPr lang="zh-CN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41954188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KPI 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pi-dashboard-card-one Layout"/>
          <p:cNvSpPr/>
          <p:nvPr/>
        </p:nvSpPr>
        <p:spPr>
          <a:xfrm>
            <a:off x="609600" y="1447800"/>
            <a:ext cx="2514600" cy="1219200"/>
          </a:xfrm>
          <a:prstGeom prst="roundRect">
            <a:avLst>
              <a:gd name="adj" fmla="val 9375"/>
            </a:avLst>
          </a:prstGeom>
          <a:solidFill>
            <a:srgbClr val="13243A"/>
          </a:solidFill>
          <a:ln w="9525">
            <a:solidFill>
              <a:srgbClr val="29405A"/>
            </a:solidFill>
          </a:ln>
        </p:spPr>
      </p:sp>
      <p:sp>
        <p:nvSpPr>
          <p:cNvPr id="3" name="kpi-dashboard-card-two Layout"/>
          <p:cNvSpPr/>
          <p:nvPr/>
        </p:nvSpPr>
        <p:spPr>
          <a:xfrm>
            <a:off x="3429000" y="1447800"/>
            <a:ext cx="2514600" cy="1219200"/>
          </a:xfrm>
          <a:prstGeom prst="roundRect">
            <a:avLst>
              <a:gd name="adj" fmla="val 9375"/>
            </a:avLst>
          </a:prstGeom>
          <a:solidFill>
            <a:srgbClr val="13243A"/>
          </a:solidFill>
          <a:ln w="9525">
            <a:solidFill>
              <a:srgbClr val="29405A"/>
            </a:solidFill>
          </a:ln>
        </p:spPr>
      </p:sp>
      <p:sp>
        <p:nvSpPr>
          <p:cNvPr id="4" name="kpi-dashboard-card-three Layout"/>
          <p:cNvSpPr/>
          <p:nvPr/>
        </p:nvSpPr>
        <p:spPr>
          <a:xfrm>
            <a:off x="6248400" y="1447800"/>
            <a:ext cx="2514600" cy="1219200"/>
          </a:xfrm>
          <a:prstGeom prst="roundRect">
            <a:avLst>
              <a:gd name="adj" fmla="val 9375"/>
            </a:avLst>
          </a:prstGeom>
          <a:solidFill>
            <a:srgbClr val="13243A"/>
          </a:solidFill>
          <a:ln w="9525">
            <a:solidFill>
              <a:srgbClr val="29405A"/>
            </a:solidFill>
          </a:ln>
        </p:spPr>
      </p:sp>
      <p:sp>
        <p:nvSpPr>
          <p:cNvPr id="5" name="kpi-dashboard-card-four Layout"/>
          <p:cNvSpPr/>
          <p:nvPr/>
        </p:nvSpPr>
        <p:spPr>
          <a:xfrm>
            <a:off x="9067800" y="1447800"/>
            <a:ext cx="2514600" cy="1219200"/>
          </a:xfrm>
          <a:prstGeom prst="roundRect">
            <a:avLst>
              <a:gd name="adj" fmla="val 9375"/>
            </a:avLst>
          </a:prstGeom>
          <a:solidFill>
            <a:srgbClr val="13243A"/>
          </a:solidFill>
          <a:ln w="9525">
            <a:solidFill>
              <a:srgbClr val="29405A"/>
            </a:solidFill>
          </a:ln>
        </p:spPr>
      </p:sp>
      <p:sp>
        <p:nvSpPr>
          <p:cNvPr id="6" name="kpi-dashboard-evidence-panel Layout"/>
          <p:cNvSpPr/>
          <p:nvPr/>
        </p:nvSpPr>
        <p:spPr>
          <a:xfrm>
            <a:off x="609600" y="3048000"/>
            <a:ext cx="10972800" cy="3048000"/>
          </a:xfrm>
          <a:prstGeom prst="roundRect">
            <a:avLst>
              <a:gd name="adj" fmla="val 3750"/>
            </a:avLst>
          </a:prstGeom>
          <a:solidFill>
            <a:schemeClr val="accent5"/>
          </a:solidFill>
          <a:ln w="9525">
            <a:solidFill>
              <a:srgbClr val="29405A"/>
            </a:solidFill>
          </a:ln>
        </p:spPr>
      </p:sp>
      <p:sp>
        <p:nvSpPr>
          <p:cNvPr id="7" name="kpi-dashboard-title-slot Placeholder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150"/>
            </a:lvl1pPr>
          </a:lstStyle>
          <a:p>
            <a:pPr algn="l"/>
            <a:r>
              <a:rPr lang="zh-CN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8" name="kpi-dashboard-one-slot Placeholder"/>
          <p:cNvSpPr>
            <a:spLocks noGrp="1"/>
          </p:cNvSpPr>
          <p:nvPr>
            <p:ph type="obj" idx="1"/>
          </p:nvPr>
        </p:nvSpPr>
        <p:spPr>
          <a:xfrm>
            <a:off x="762000" y="1600200"/>
            <a:ext cx="22098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100"/>
            </a:lvl1pPr>
          </a:lstStyle>
          <a:p>
            <a:pPr algn="ctr">
              <a:lnSpc>
                <a:spcPts val="2550"/>
              </a:lnSpc>
            </a:pPr>
            <a:r>
              <a: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Click to add content</a:t>
            </a:r>
            <a:endParaRPr lang="en-US"/>
          </a:p>
        </p:txBody>
      </p:sp>
      <p:sp>
        <p:nvSpPr>
          <p:cNvPr id="9" name="kpi-dashboard-two-slot Placeholder"/>
          <p:cNvSpPr>
            <a:spLocks noGrp="1"/>
          </p:cNvSpPr>
          <p:nvPr>
            <p:ph type="obj" idx="2"/>
          </p:nvPr>
        </p:nvSpPr>
        <p:spPr>
          <a:xfrm>
            <a:off x="3581400" y="1600200"/>
            <a:ext cx="22098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100"/>
            </a:lvl1pPr>
          </a:lstStyle>
          <a:p>
            <a:pPr algn="ctr">
              <a:lnSpc>
                <a:spcPts val="2550"/>
              </a:lnSpc>
            </a:pPr>
            <a:r>
              <a:rPr lang="zh-CN" sz="21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Click to add content</a:t>
            </a:r>
            <a:endParaRPr lang="en-US"/>
          </a:p>
        </p:txBody>
      </p:sp>
      <p:sp>
        <p:nvSpPr>
          <p:cNvPr id="10" name="kpi-dashboard-three-slot Placeholder"/>
          <p:cNvSpPr>
            <a:spLocks noGrp="1"/>
          </p:cNvSpPr>
          <p:nvPr>
            <p:ph type="obj" idx="3"/>
          </p:nvPr>
        </p:nvSpPr>
        <p:spPr>
          <a:xfrm>
            <a:off x="6400800" y="1600200"/>
            <a:ext cx="22098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100"/>
            </a:lvl1pPr>
          </a:lstStyle>
          <a:p>
            <a:pPr algn="ctr">
              <a:lnSpc>
                <a:spcPts val="2550"/>
              </a:lnSpc>
            </a:pPr>
            <a:r>
              <a:rPr lang="zh-CN" sz="21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Click to add content</a:t>
            </a:r>
            <a:endParaRPr lang="en-US"/>
          </a:p>
        </p:txBody>
      </p:sp>
      <p:sp>
        <p:nvSpPr>
          <p:cNvPr id="11" name="kpi-dashboard-four-slot Placeholder"/>
          <p:cNvSpPr>
            <a:spLocks noGrp="1"/>
          </p:cNvSpPr>
          <p:nvPr>
            <p:ph type="obj" idx="4"/>
          </p:nvPr>
        </p:nvSpPr>
        <p:spPr>
          <a:xfrm>
            <a:off x="9220200" y="1600200"/>
            <a:ext cx="22098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100"/>
            </a:lvl1pPr>
          </a:lstStyle>
          <a:p>
            <a:pPr algn="ctr">
              <a:lnSpc>
                <a:spcPts val="2550"/>
              </a:lnSpc>
            </a:pPr>
            <a:r>
              <a:rPr lang="zh-CN" sz="21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Click to add content</a:t>
            </a:r>
            <a:endParaRPr lang="en-US"/>
          </a:p>
        </p:txBody>
      </p:sp>
      <p:sp>
        <p:nvSpPr>
          <p:cNvPr id="12" name="kpi-dashboard-evidence-slot Placeholder"/>
          <p:cNvSpPr>
            <a:spLocks noGrp="1"/>
          </p:cNvSpPr>
          <p:nvPr>
            <p:ph type="obj" idx="5"/>
          </p:nvPr>
        </p:nvSpPr>
        <p:spPr>
          <a:xfrm>
            <a:off x="838200" y="3276600"/>
            <a:ext cx="10515600" cy="259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800"/>
            </a:lvl1pPr>
          </a:lstStyle>
          <a:p>
            <a:pPr algn="l">
              <a:lnSpc>
                <a:spcPts val="4050"/>
              </a:lnSpc>
            </a:pPr>
            <a:r>
              <a: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content</a:t>
            </a:r>
            <a:endParaRPr lang="en-US"/>
          </a:p>
        </p:txBody>
      </p:sp>
    </p:spTree>
    <p:extLst>
      <p:ext uri="{BB962C8B-B14F-4D97-AF65-F5344CB8AC3E}">
        <p14:creationId val="17636862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Screenshot Foc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reenshot-focus-frame Layout"/>
          <p:cNvSpPr/>
          <p:nvPr/>
        </p:nvSpPr>
        <p:spPr>
          <a:xfrm>
            <a:off x="609600" y="1447800"/>
            <a:ext cx="7848600" cy="4419600"/>
          </a:xfrm>
          <a:prstGeom prst="roundRect">
            <a:avLst>
              <a:gd name="adj" fmla="val 2586"/>
            </a:avLst>
          </a:prstGeom>
          <a:solidFill>
            <a:schemeClr val="accent5"/>
          </a:solidFill>
          <a:ln w="9525">
            <a:solidFill>
              <a:srgbClr val="29405A"/>
            </a:solidFill>
          </a:ln>
        </p:spPr>
      </p:sp>
      <p:sp>
        <p:nvSpPr>
          <p:cNvPr id="3" name="screenshot-focus-browser-bar Layout"/>
          <p:cNvSpPr/>
          <p:nvPr/>
        </p:nvSpPr>
        <p:spPr>
          <a:xfrm>
            <a:off x="609600" y="1447800"/>
            <a:ext cx="7848600" cy="419100"/>
          </a:xfrm>
          <a:prstGeom prst="roundRect">
            <a:avLst>
              <a:gd name="adj" fmla="val 27273"/>
            </a:avLst>
          </a:prstGeom>
          <a:solidFill>
            <a:srgbClr val="13243A"/>
          </a:solidFill>
          <a:ln>
            <a:noFill/>
          </a:ln>
        </p:spPr>
      </p:sp>
      <p:sp>
        <p:nvSpPr>
          <p:cNvPr id="4" name="screenshot-focus-browser-dot-one Layout"/>
          <p:cNvSpPr/>
          <p:nvPr/>
        </p:nvSpPr>
        <p:spPr>
          <a:xfrm>
            <a:off x="819150" y="1600200"/>
            <a:ext cx="114300" cy="114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" name="screenshot-focus-browser-dot-two Layout"/>
          <p:cNvSpPr/>
          <p:nvPr/>
        </p:nvSpPr>
        <p:spPr>
          <a:xfrm>
            <a:off x="1047750" y="1600200"/>
            <a:ext cx="114300" cy="11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6" name="screenshot-focus-browser-dot-three Layout"/>
          <p:cNvSpPr/>
          <p:nvPr/>
        </p:nvSpPr>
        <p:spPr>
          <a:xfrm>
            <a:off x="1276350" y="1600200"/>
            <a:ext cx="114300" cy="114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" name="screenshot-focus-note-panel Layout"/>
          <p:cNvSpPr/>
          <p:nvPr/>
        </p:nvSpPr>
        <p:spPr>
          <a:xfrm>
            <a:off x="8763000" y="1447800"/>
            <a:ext cx="2819400" cy="4419600"/>
          </a:xfrm>
          <a:prstGeom prst="roundRect">
            <a:avLst>
              <a:gd name="adj" fmla="val 4054"/>
            </a:avLst>
          </a:prstGeom>
          <a:solidFill>
            <a:schemeClr val="accent5"/>
          </a:solidFill>
          <a:ln w="9525">
            <a:solidFill>
              <a:srgbClr val="29405A"/>
            </a:solidFill>
          </a:ln>
        </p:spPr>
      </p:sp>
      <p:sp>
        <p:nvSpPr>
          <p:cNvPr id="8" name="screenshot-focus-note-accent Layout"/>
          <p:cNvSpPr/>
          <p:nvPr/>
        </p:nvSpPr>
        <p:spPr>
          <a:xfrm>
            <a:off x="8991600" y="1752600"/>
            <a:ext cx="38100" cy="762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9" name="screenshot-focus-source-rule Layout"/>
          <p:cNvSpPr/>
          <p:nvPr/>
        </p:nvSpPr>
        <p:spPr>
          <a:xfrm>
            <a:off x="9067800" y="4953000"/>
            <a:ext cx="2209800" cy="19050"/>
          </a:xfrm>
          <a:prstGeom prst="rect">
            <a:avLst/>
          </a:prstGeom>
          <a:solidFill>
            <a:srgbClr val="29405A"/>
          </a:solidFill>
          <a:ln>
            <a:noFill/>
          </a:ln>
        </p:spPr>
      </p:sp>
      <p:sp>
        <p:nvSpPr>
          <p:cNvPr id="10" name="screenshot-focus-title-slot Placeholder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150"/>
            </a:lvl1pPr>
          </a:lstStyle>
          <a:p>
            <a:pPr algn="l"/>
            <a:r>
              <a:rPr lang="zh-CN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11" name="screenshot-focus-picture-slot Placeholder"/>
          <p:cNvSpPr>
            <a:spLocks noGrp="1"/>
          </p:cNvSpPr>
          <p:nvPr>
            <p:ph type="pic" idx="1"/>
          </p:nvPr>
        </p:nvSpPr>
        <p:spPr>
          <a:xfrm>
            <a:off x="609600" y="1866900"/>
            <a:ext cx="7848600" cy="40005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12" name="screenshot-focus-annotation-slot Placeholder"/>
          <p:cNvSpPr>
            <a:spLocks noGrp="1"/>
          </p:cNvSpPr>
          <p:nvPr>
            <p:ph type="body" idx="2"/>
          </p:nvPr>
        </p:nvSpPr>
        <p:spPr>
          <a:xfrm>
            <a:off x="9220200" y="1752600"/>
            <a:ext cx="2057400" cy="289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800"/>
            </a:lvl1pPr>
          </a:lstStyle>
          <a:p>
            <a:pPr algn="l" marL="0" indent="0">
              <a:lnSpc>
                <a:spcPts val="3300"/>
              </a:lnSpc>
              <a:buNone/>
            </a:pPr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3" name="screenshot-focus-source-slot Placeholder"/>
          <p:cNvSpPr>
            <a:spLocks noGrp="1"/>
          </p:cNvSpPr>
          <p:nvPr>
            <p:ph type="ftr" idx="3"/>
          </p:nvPr>
        </p:nvSpPr>
        <p:spPr>
          <a:xfrm>
            <a:off x="9067800" y="5105400"/>
            <a:ext cx="22098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l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Footer</a:t>
            </a:r>
            <a:endParaRPr lang="en-US"/>
          </a:p>
        </p:txBody>
      </p:sp>
    </p:spTree>
    <p:extLst>
      <p:ext uri="{BB962C8B-B14F-4D97-AF65-F5344CB8AC3E}">
        <p14:creationId val="2557820753"/>
      </p:ext>
    </p:extLst>
  </p:cSld>
  <p:clrMapOvr>
    <a:masterClrMapping/>
  </p:clrMapOvr>
  <p:hf hdr="0" dt="0" ftr="1" sldNum="0"/>
</p:sldLayout>
</file>

<file path=ppt/slideLayouts/slideLayout17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mparison-left-panel Layout"/>
          <p:cNvSpPr/>
          <p:nvPr/>
        </p:nvSpPr>
        <p:spPr>
          <a:xfrm>
            <a:off x="609600" y="1447800"/>
            <a:ext cx="5257800" cy="4800600"/>
          </a:xfrm>
          <a:prstGeom prst="roundRect">
            <a:avLst>
              <a:gd name="adj" fmla="val 2381"/>
            </a:avLst>
          </a:prstGeom>
          <a:solidFill>
            <a:schemeClr val="accent5"/>
          </a:solidFill>
          <a:ln w="9525">
            <a:solidFill>
              <a:srgbClr val="29405A"/>
            </a:solidFill>
          </a:ln>
        </p:spPr>
      </p:sp>
      <p:sp>
        <p:nvSpPr>
          <p:cNvPr id="3" name="comparison-right-panel Layout"/>
          <p:cNvSpPr/>
          <p:nvPr/>
        </p:nvSpPr>
        <p:spPr>
          <a:xfrm>
            <a:off x="6324600" y="1447800"/>
            <a:ext cx="5257800" cy="4800600"/>
          </a:xfrm>
          <a:prstGeom prst="roundRect">
            <a:avLst>
              <a:gd name="adj" fmla="val 2381"/>
            </a:avLst>
          </a:prstGeom>
          <a:solidFill>
            <a:schemeClr val="accent5"/>
          </a:solidFill>
          <a:ln w="9525">
            <a:solidFill>
              <a:srgbClr val="29405A"/>
            </a:solidFill>
          </a:ln>
        </p:spPr>
      </p:sp>
      <p:sp>
        <p:nvSpPr>
          <p:cNvPr id="4" name="comparison-divider Layout"/>
          <p:cNvSpPr/>
          <p:nvPr/>
        </p:nvSpPr>
        <p:spPr>
          <a:xfrm>
            <a:off x="6076950" y="1752600"/>
            <a:ext cx="38100" cy="4191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comparison-title-slot Placeholder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150"/>
            </a:lvl1pPr>
          </a:lstStyle>
          <a:p>
            <a:pPr algn="l"/>
            <a:r>
              <a:rPr lang="zh-CN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6" name="comparison-left-title-slot Placeholder"/>
          <p:cNvSpPr>
            <a:spLocks noGrp="1"/>
          </p:cNvSpPr>
          <p:nvPr>
            <p:ph type="body" idx="1"/>
          </p:nvPr>
        </p:nvSpPr>
        <p:spPr>
          <a:xfrm>
            <a:off x="838200" y="1676400"/>
            <a:ext cx="48006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800"/>
            </a:lvl1pPr>
          </a:lstStyle>
          <a:p>
            <a:pPr algn="l" marL="0" indent="0">
              <a:buNone/>
            </a:pPr>
            <a:r>
              <a: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comparison-left-content-slot Placeholder"/>
          <p:cNvSpPr>
            <a:spLocks noGrp="1"/>
          </p:cNvSpPr>
          <p:nvPr>
            <p:ph type="obj" idx="2"/>
          </p:nvPr>
        </p:nvSpPr>
        <p:spPr>
          <a:xfrm>
            <a:off x="838200" y="2362200"/>
            <a:ext cx="4800600" cy="3581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1800"/>
            </a:lvl1pPr>
          </a:lstStyle>
          <a:p>
            <a:pPr algn="l"/>
            <a:r>
              <a:rPr lang="zh-CN" sz="18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Click to add content</a:t>
            </a:r>
            <a:endParaRPr lang="en-US"/>
          </a:p>
        </p:txBody>
      </p:sp>
      <p:sp>
        <p:nvSpPr>
          <p:cNvPr id="8" name="comparison-right-title-slot Placeholder"/>
          <p:cNvSpPr>
            <a:spLocks noGrp="1"/>
          </p:cNvSpPr>
          <p:nvPr>
            <p:ph type="body" idx="3"/>
          </p:nvPr>
        </p:nvSpPr>
        <p:spPr>
          <a:xfrm>
            <a:off x="6553200" y="1676400"/>
            <a:ext cx="48006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800"/>
            </a:lvl1pPr>
          </a:lstStyle>
          <a:p>
            <a:pPr algn="l" marL="0" indent="0">
              <a:buNone/>
            </a:pPr>
            <a:r>
              <a:rPr lang="zh-CN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9" name="comparison-right-content-slot Placeholder"/>
          <p:cNvSpPr>
            <a:spLocks noGrp="1"/>
          </p:cNvSpPr>
          <p:nvPr>
            <p:ph type="obj" idx="4"/>
          </p:nvPr>
        </p:nvSpPr>
        <p:spPr>
          <a:xfrm>
            <a:off x="6553200" y="2362200"/>
            <a:ext cx="4800600" cy="3581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800"/>
            </a:lvl1pPr>
          </a:lstStyle>
          <a:p>
            <a:pPr algn="l">
              <a:lnSpc>
                <a:spcPts val="3300"/>
              </a:lnSpc>
            </a:pPr>
            <a:r>
              <a: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content</a:t>
            </a:r>
            <a:endParaRPr lang="en-US"/>
          </a:p>
        </p:txBody>
      </p:sp>
    </p:spTree>
    <p:extLst>
      <p:ext uri="{BB962C8B-B14F-4D97-AF65-F5344CB8AC3E}">
        <p14:creationId val="310654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Data S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a-story-evidence-panel Layout"/>
          <p:cNvSpPr/>
          <p:nvPr/>
        </p:nvSpPr>
        <p:spPr>
          <a:xfrm>
            <a:off x="609600" y="1447800"/>
            <a:ext cx="7239000" cy="4343400"/>
          </a:xfrm>
          <a:prstGeom prst="roundRect">
            <a:avLst>
              <a:gd name="adj" fmla="val 2632"/>
            </a:avLst>
          </a:prstGeom>
          <a:solidFill>
            <a:schemeClr val="accent5"/>
          </a:solidFill>
          <a:ln w="9525">
            <a:solidFill>
              <a:srgbClr val="29405A"/>
            </a:solidFill>
          </a:ln>
        </p:spPr>
      </p:sp>
      <p:sp>
        <p:nvSpPr>
          <p:cNvPr id="3" name="data-story-insight-panel Layout"/>
          <p:cNvSpPr/>
          <p:nvPr/>
        </p:nvSpPr>
        <p:spPr>
          <a:xfrm>
            <a:off x="8153400" y="1447800"/>
            <a:ext cx="3429000" cy="4343400"/>
          </a:xfrm>
          <a:prstGeom prst="roundRect">
            <a:avLst>
              <a:gd name="adj" fmla="val 3333"/>
            </a:avLst>
          </a:prstGeom>
          <a:solidFill>
            <a:schemeClr val="accent5"/>
          </a:solidFill>
          <a:ln w="9525">
            <a:solidFill>
              <a:srgbClr val="29405A"/>
            </a:solidFill>
          </a:ln>
        </p:spPr>
      </p:sp>
      <p:sp>
        <p:nvSpPr>
          <p:cNvPr id="4" name="data-story-source-rule Layout"/>
          <p:cNvSpPr/>
          <p:nvPr/>
        </p:nvSpPr>
        <p:spPr>
          <a:xfrm>
            <a:off x="609600" y="6019800"/>
            <a:ext cx="10972800" cy="19050"/>
          </a:xfrm>
          <a:prstGeom prst="rect">
            <a:avLst/>
          </a:prstGeom>
          <a:solidFill>
            <a:srgbClr val="29405A"/>
          </a:solidFill>
          <a:ln>
            <a:noFill/>
          </a:ln>
        </p:spPr>
      </p:sp>
      <p:sp>
        <p:nvSpPr>
          <p:cNvPr id="5" name="data-story-title-slot Placeholder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150"/>
            </a:lvl1pPr>
          </a:lstStyle>
          <a:p>
            <a:pPr algn="l"/>
            <a:r>
              <a:rPr lang="zh-CN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6" name="data-story-evidence-slot Placeholder"/>
          <p:cNvSpPr>
            <a:spLocks noGrp="1"/>
          </p:cNvSpPr>
          <p:nvPr>
            <p:ph type="obj" idx="1"/>
          </p:nvPr>
        </p:nvSpPr>
        <p:spPr>
          <a:xfrm>
            <a:off x="838200" y="1676400"/>
            <a:ext cx="6781800" cy="3886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1800"/>
            </a:lvl1pPr>
          </a:lstStyle>
          <a:p>
            <a:pPr algn="l"/>
            <a:r>
              <a:rPr lang="zh-CN" sz="18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Click to add content</a:t>
            </a:r>
            <a:endParaRPr lang="en-US"/>
          </a:p>
        </p:txBody>
      </p:sp>
      <p:sp>
        <p:nvSpPr>
          <p:cNvPr id="7" name="data-story-insight-slot Placeholder"/>
          <p:cNvSpPr>
            <a:spLocks noGrp="1"/>
          </p:cNvSpPr>
          <p:nvPr>
            <p:ph type="body" idx="2"/>
          </p:nvPr>
        </p:nvSpPr>
        <p:spPr>
          <a:xfrm>
            <a:off x="8458200" y="1752600"/>
            <a:ext cx="2819400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6600"/>
            </a:lvl1pPr>
          </a:lstStyle>
          <a:p>
            <a:pPr algn="l" marL="0" indent="0">
              <a:lnSpc>
                <a:spcPts val="2550"/>
              </a:lnSpc>
              <a:buNone/>
            </a:pPr>
            <a:r>
              <a:rPr lang="zh-CN" sz="66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8" name="data-story-source-slot Placeholder"/>
          <p:cNvSpPr>
            <a:spLocks noGrp="1"/>
          </p:cNvSpPr>
          <p:nvPr>
            <p:ph type="ftr" idx="3"/>
          </p:nvPr>
        </p:nvSpPr>
        <p:spPr>
          <a:xfrm>
            <a:off x="609600" y="61722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l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Footer</a:t>
            </a:r>
            <a:endParaRPr lang="en-US"/>
          </a:p>
        </p:txBody>
      </p:sp>
    </p:spTree>
    <p:extLst>
      <p:ext uri="{BB962C8B-B14F-4D97-AF65-F5344CB8AC3E}">
        <p14:creationId val="3678026815"/>
      </p:ext>
    </p:extLst>
  </p:cSld>
  <p:clrMapOvr>
    <a:masterClrMapping/>
  </p:clrMapOvr>
  <p:hf hdr="0" dt="0" ftr="1" sldNum="0"/>
</p:sldLayout>
</file>

<file path=ppt/slideLayouts/slideLayout19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wo-content-left-panel Layout"/>
          <p:cNvSpPr/>
          <p:nvPr/>
        </p:nvSpPr>
        <p:spPr>
          <a:xfrm>
            <a:off x="609600" y="1447800"/>
            <a:ext cx="5257800" cy="4800600"/>
          </a:xfrm>
          <a:prstGeom prst="roundRect">
            <a:avLst>
              <a:gd name="adj" fmla="val 2381"/>
            </a:avLst>
          </a:prstGeom>
          <a:solidFill>
            <a:schemeClr val="accent5"/>
          </a:solidFill>
          <a:ln w="9525">
            <a:solidFill>
              <a:schemeClr val="accent1"/>
            </a:solidFill>
          </a:ln>
        </p:spPr>
      </p:sp>
      <p:sp>
        <p:nvSpPr>
          <p:cNvPr id="3" name="two-content-right-panel Layout"/>
          <p:cNvSpPr/>
          <p:nvPr/>
        </p:nvSpPr>
        <p:spPr>
          <a:xfrm>
            <a:off x="6324600" y="1447800"/>
            <a:ext cx="5257800" cy="4800600"/>
          </a:xfrm>
          <a:prstGeom prst="roundRect">
            <a:avLst>
              <a:gd name="adj" fmla="val 2381"/>
            </a:avLst>
          </a:prstGeom>
          <a:solidFill>
            <a:schemeClr val="accent5"/>
          </a:solidFill>
          <a:ln w="9525">
            <a:solidFill>
              <a:schemeClr val="accent2"/>
            </a:solidFill>
          </a:ln>
        </p:spPr>
      </p:sp>
      <p:sp>
        <p:nvSpPr>
          <p:cNvPr id="4" name="two-content-title-slot Placeholder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150"/>
            </a:lvl1pPr>
          </a:lstStyle>
          <a:p>
            <a:pPr algn="l"/>
            <a:r>
              <a:rPr lang="zh-CN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two-content-left-slot Placeholder"/>
          <p:cNvSpPr>
            <a:spLocks noGrp="1"/>
          </p:cNvSpPr>
          <p:nvPr>
            <p:ph type="obj" idx="1"/>
          </p:nvPr>
        </p:nvSpPr>
        <p:spPr>
          <a:xfrm>
            <a:off x="838200" y="1676400"/>
            <a:ext cx="4800600" cy="434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800"/>
            </a:lvl1pPr>
          </a:lstStyle>
          <a:p>
            <a:pPr algn="l">
              <a:lnSpc>
                <a:spcPts val="3750"/>
              </a:lnSpc>
            </a:pPr>
            <a:r>
              <a: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Click to add content</a:t>
            </a:r>
            <a:endParaRPr lang="en-US"/>
          </a:p>
        </p:txBody>
      </p:sp>
      <p:sp>
        <p:nvSpPr>
          <p:cNvPr id="6" name="two-content-right-slot Placeholder"/>
          <p:cNvSpPr>
            <a:spLocks noGrp="1"/>
          </p:cNvSpPr>
          <p:nvPr>
            <p:ph type="obj" idx="2"/>
          </p:nvPr>
        </p:nvSpPr>
        <p:spPr>
          <a:xfrm>
            <a:off x="6553200" y="1676400"/>
            <a:ext cx="4800600" cy="434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800"/>
            </a:lvl1pPr>
          </a:lstStyle>
          <a:p>
            <a:pPr algn="l">
              <a:lnSpc>
                <a:spcPts val="3750"/>
              </a:lnSpc>
            </a:pPr>
            <a:r>
              <a:rPr lang="zh-CN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Click to add content</a:t>
            </a:r>
            <a:endParaRPr lang="en-US"/>
          </a:p>
        </p:txBody>
      </p:sp>
    </p:spTree>
    <p:extLst>
      <p:ext uri="{BB962C8B-B14F-4D97-AF65-F5344CB8AC3E}">
        <p14:creationId val="11601115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Table and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ble-summary-table-panel Layout"/>
          <p:cNvSpPr/>
          <p:nvPr/>
        </p:nvSpPr>
        <p:spPr>
          <a:xfrm>
            <a:off x="609600" y="1447800"/>
            <a:ext cx="7848600" cy="4343400"/>
          </a:xfrm>
          <a:prstGeom prst="roundRect">
            <a:avLst>
              <a:gd name="adj" fmla="val 2632"/>
            </a:avLst>
          </a:prstGeom>
          <a:solidFill>
            <a:schemeClr val="accent5"/>
          </a:solidFill>
          <a:ln w="9525">
            <a:solidFill>
              <a:srgbClr val="29405A"/>
            </a:solidFill>
          </a:ln>
        </p:spPr>
      </p:sp>
      <p:sp>
        <p:nvSpPr>
          <p:cNvPr id="3" name="table-summary-message-panel Layout"/>
          <p:cNvSpPr/>
          <p:nvPr/>
        </p:nvSpPr>
        <p:spPr>
          <a:xfrm>
            <a:off x="8763000" y="1447800"/>
            <a:ext cx="2819400" cy="4343400"/>
          </a:xfrm>
          <a:prstGeom prst="roundRect">
            <a:avLst>
              <a:gd name="adj" fmla="val 4054"/>
            </a:avLst>
          </a:prstGeom>
          <a:solidFill>
            <a:schemeClr val="accent5"/>
          </a:solidFill>
          <a:ln w="9525">
            <a:solidFill>
              <a:srgbClr val="29405A"/>
            </a:solidFill>
          </a:ln>
        </p:spPr>
      </p:sp>
      <p:sp>
        <p:nvSpPr>
          <p:cNvPr id="4" name="table-summary-title-slot Placeholder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150"/>
            </a:lvl1pPr>
          </a:lstStyle>
          <a:p>
            <a:pPr algn="l"/>
            <a:r>
              <a:rPr lang="zh-CN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table-summary-table-slot Placeholder"/>
          <p:cNvSpPr>
            <a:spLocks noGrp="1"/>
          </p:cNvSpPr>
          <p:nvPr>
            <p:ph type="tbl" idx="1"/>
          </p:nvPr>
        </p:nvSpPr>
        <p:spPr>
          <a:xfrm>
            <a:off x="838200" y="1676400"/>
            <a:ext cx="7391400" cy="38862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table</a:t>
            </a:r>
            <a:endParaRPr lang="en-US"/>
          </a:p>
        </p:txBody>
      </p:sp>
      <p:sp>
        <p:nvSpPr>
          <p:cNvPr id="6" name="table-summary-message-slot Placeholder"/>
          <p:cNvSpPr>
            <a:spLocks noGrp="1"/>
          </p:cNvSpPr>
          <p:nvPr>
            <p:ph type="body" idx="2"/>
          </p:nvPr>
        </p:nvSpPr>
        <p:spPr>
          <a:xfrm>
            <a:off x="9067800" y="1752600"/>
            <a:ext cx="2209800" cy="327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800"/>
            </a:lvl1pPr>
          </a:lstStyle>
          <a:p>
            <a:pPr algn="l" marL="0" indent="0">
              <a:lnSpc>
                <a:spcPts val="2250"/>
              </a:lnSpc>
              <a:buNone/>
            </a:pPr>
            <a:r>
              <a:rPr lang="zh-CN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table-summary-source-slot Placeholder"/>
          <p:cNvSpPr>
            <a:spLocks noGrp="1"/>
          </p:cNvSpPr>
          <p:nvPr>
            <p:ph type="ftr" idx="3"/>
          </p:nvPr>
        </p:nvSpPr>
        <p:spPr>
          <a:xfrm>
            <a:off x="9067800" y="5257800"/>
            <a:ext cx="2209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1050"/>
            </a:lvl1pPr>
          </a:lstStyle>
          <a:p>
            <a:pPr algn="l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Footer</a:t>
            </a:r>
            <a:endParaRPr lang="en-US"/>
          </a:p>
        </p:txBody>
      </p:sp>
    </p:spTree>
    <p:extLst>
      <p:ext uri="{BB962C8B-B14F-4D97-AF65-F5344CB8AC3E}">
        <p14:creationId val="3940976470"/>
      </p:ext>
    </p:extLst>
  </p:cSld>
  <p:clrMapOvr>
    <a:masterClrMapping/>
  </p:clrMapOvr>
  <p:hf hdr="0" dt="0" ftr="1" sldNum="0"/>
</p:sldLayout>
</file>

<file path=ppt/slideLayouts/slideLayout21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content-rule Layout"/>
          <p:cNvSpPr/>
          <p:nvPr/>
        </p:nvSpPr>
        <p:spPr>
          <a:xfrm>
            <a:off x="609600" y="1143000"/>
            <a:ext cx="914400" cy="381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</a:ln>
        </p:spPr>
      </p:sp>
      <p:sp>
        <p:nvSpPr>
          <p:cNvPr id="3" name="title-content-panel Layout"/>
          <p:cNvSpPr/>
          <p:nvPr/>
        </p:nvSpPr>
        <p:spPr>
          <a:xfrm>
            <a:off x="609600" y="1447800"/>
            <a:ext cx="10972800" cy="4800600"/>
          </a:xfrm>
          <a:prstGeom prst="roundRect">
            <a:avLst>
              <a:gd name="adj" fmla="val 2381"/>
            </a:avLst>
          </a:prstGeom>
          <a:solidFill>
            <a:srgbClr val="F4F6F8"/>
          </a:solidFill>
          <a:ln w="9525">
            <a:solidFill>
              <a:srgbClr val="D6DCE3"/>
            </a:solidFill>
          </a:ln>
        </p:spPr>
      </p:sp>
      <p:sp>
        <p:nvSpPr>
          <p:cNvPr id="4" name="title-content-title-slot Placeholder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700"/>
            </a:lvl1pPr>
          </a:lstStyle>
          <a:p>
            <a:pPr algn="l"/>
            <a:r>
              <a:rPr lang="zh-CN" sz="2700" b="1" dirty="0">
                <a:solidFill>
                  <a:srgbClr val="1E293B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title-content-object-slot Placeholder"/>
          <p:cNvSpPr>
            <a:spLocks noGrp="1"/>
          </p:cNvSpPr>
          <p:nvPr>
            <p:ph type="obj" idx="1"/>
          </p:nvPr>
        </p:nvSpPr>
        <p:spPr>
          <a:xfrm>
            <a:off x="838200" y="1676400"/>
            <a:ext cx="10515600" cy="434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1650"/>
            </a:lvl1pPr>
          </a:lstStyle>
          <a:p>
            <a:pPr algn="l"/>
            <a:r>
              <a:rPr lang="zh-CN" sz="165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Click to add content</a:t>
            </a:r>
            <a:endParaRPr lang="en-US"/>
          </a:p>
        </p:txBody>
      </p:sp>
    </p:spTree>
    <p:extLst>
      <p:ext uri="{BB962C8B-B14F-4D97-AF65-F5344CB8AC3E}">
        <p14:creationId val="23602673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header-rail Layout"/>
          <p:cNvSpPr/>
          <p:nvPr/>
        </p:nvSpPr>
        <p:spPr>
          <a:xfrm>
            <a:off x="609600" y="1371600"/>
            <a:ext cx="76200" cy="41148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</a:ln>
        </p:spPr>
      </p:sp>
      <p:sp>
        <p:nvSpPr>
          <p:cNvPr id="3" name="section-header-anchor Layout"/>
          <p:cNvSpPr/>
          <p:nvPr/>
        </p:nvSpPr>
        <p:spPr>
          <a:xfrm>
            <a:off x="10058400" y="1028700"/>
            <a:ext cx="1371600" cy="1371600"/>
          </a:xfrm>
          <a:prstGeom prst="ellipse">
            <a:avLst/>
          </a:prstGeom>
          <a:solidFill>
            <a:srgbClr val="F4F6F8"/>
          </a:solidFill>
          <a:ln w="9525">
            <a:solidFill>
              <a:srgbClr val="D6DCE3"/>
            </a:solidFill>
          </a:ln>
        </p:spPr>
      </p:sp>
      <p:sp>
        <p:nvSpPr>
          <p:cNvPr id="4" name="section-header-title-slot Placeholder"/>
          <p:cNvSpPr>
            <a:spLocks noGrp="1"/>
          </p:cNvSpPr>
          <p:nvPr>
            <p:ph type="title"/>
          </p:nvPr>
        </p:nvSpPr>
        <p:spPr>
          <a:xfrm>
            <a:off x="1524000" y="2133600"/>
            <a:ext cx="85344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750"/>
            </a:lvl1pPr>
          </a:lstStyle>
          <a:p>
            <a:pPr algn="l"/>
            <a:r>
              <a:rPr lang="zh-CN" sz="3750" b="1" dirty="0">
                <a:solidFill>
                  <a:srgbClr val="1E293B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section-header-body-slot Placeholder"/>
          <p:cNvSpPr>
            <a:spLocks noGrp="1"/>
          </p:cNvSpPr>
          <p:nvPr>
            <p:ph type="body" idx="1"/>
          </p:nvPr>
        </p:nvSpPr>
        <p:spPr>
          <a:xfrm>
            <a:off x="1524000" y="3390900"/>
            <a:ext cx="76200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800"/>
            </a:lvl1pPr>
          </a:lstStyle>
          <a:p>
            <a:pPr algn="l" marL="0" indent="0">
              <a:buNone/>
            </a:pPr>
            <a:r>
              <a:rPr lang="zh-CN" sz="18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13906167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only-rule Layout"/>
          <p:cNvSpPr/>
          <p:nvPr/>
        </p:nvSpPr>
        <p:spPr>
          <a:xfrm>
            <a:off x="609600" y="1143000"/>
            <a:ext cx="10972800" cy="19050"/>
          </a:xfrm>
          <a:prstGeom prst="rect">
            <a:avLst/>
          </a:prstGeom>
          <a:solidFill>
            <a:srgbClr val="D6DCE3"/>
          </a:solidFill>
          <a:ln>
            <a:noFill/>
          </a:ln>
        </p:spPr>
      </p:sp>
      <p:sp>
        <p:nvSpPr>
          <p:cNvPr id="3" name="title-only-title-slot Placeholder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700"/>
            </a:lvl1pPr>
          </a:lstStyle>
          <a:p>
            <a:pPr algn="l"/>
            <a:r>
              <a:rPr lang="zh-CN" sz="2700" b="1" dirty="0">
                <a:solidFill>
                  <a:srgbClr val="1E293B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</p:spTree>
    <p:extLst>
      <p:ext uri="{BB962C8B-B14F-4D97-AF65-F5344CB8AC3E}">
        <p14:creationId val="12542558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7260861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-caption-rail Layout"/>
          <p:cNvSpPr/>
          <p:nvPr/>
        </p:nvSpPr>
        <p:spPr>
          <a:xfrm>
            <a:off x="3429000" y="609600"/>
            <a:ext cx="19050" cy="5638800"/>
          </a:xfrm>
          <a:prstGeom prst="rect">
            <a:avLst/>
          </a:prstGeom>
          <a:solidFill>
            <a:srgbClr val="D6DCE3"/>
          </a:solidFill>
          <a:ln>
            <a:noFill/>
          </a:ln>
        </p:spPr>
      </p:sp>
      <p:sp>
        <p:nvSpPr>
          <p:cNvPr id="3" name="content-caption-panel Layout"/>
          <p:cNvSpPr/>
          <p:nvPr/>
        </p:nvSpPr>
        <p:spPr>
          <a:xfrm>
            <a:off x="3810000" y="609600"/>
            <a:ext cx="7772400" cy="5638800"/>
          </a:xfrm>
          <a:prstGeom prst="roundRect">
            <a:avLst>
              <a:gd name="adj" fmla="val 2027"/>
            </a:avLst>
          </a:prstGeom>
          <a:solidFill>
            <a:srgbClr val="F4F6F8"/>
          </a:solidFill>
          <a:ln w="9525">
            <a:solidFill>
              <a:srgbClr val="D6DCE3"/>
            </a:solidFill>
          </a:ln>
        </p:spPr>
      </p:sp>
      <p:sp>
        <p:nvSpPr>
          <p:cNvPr id="4" name="content-caption-title-slot Placeholder"/>
          <p:cNvSpPr>
            <a:spLocks noGrp="1"/>
          </p:cNvSpPr>
          <p:nvPr>
            <p:ph type="title"/>
          </p:nvPr>
        </p:nvSpPr>
        <p:spPr>
          <a:xfrm>
            <a:off x="609600" y="1066800"/>
            <a:ext cx="24384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550"/>
            </a:lvl1pPr>
          </a:lstStyle>
          <a:p>
            <a:pPr algn="l"/>
            <a:r>
              <a:rPr lang="zh-CN" sz="2550" b="1" dirty="0">
                <a:solidFill>
                  <a:srgbClr val="1E293B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content-caption-body-slot Placeholder"/>
          <p:cNvSpPr>
            <a:spLocks noGrp="1"/>
          </p:cNvSpPr>
          <p:nvPr>
            <p:ph type="body" idx="1"/>
          </p:nvPr>
        </p:nvSpPr>
        <p:spPr>
          <a:xfrm>
            <a:off x="609600" y="2362200"/>
            <a:ext cx="2438400" cy="281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650"/>
            </a:lvl1pPr>
          </a:lstStyle>
          <a:p>
            <a:pPr algn="l" marL="0" indent="0">
              <a:buNone/>
            </a:pPr>
            <a:r>
              <a:rPr lang="zh-CN" sz="16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content-caption-object-slot Placeholder"/>
          <p:cNvSpPr>
            <a:spLocks noGrp="1"/>
          </p:cNvSpPr>
          <p:nvPr>
            <p:ph type="obj" idx="2"/>
          </p:nvPr>
        </p:nvSpPr>
        <p:spPr>
          <a:xfrm>
            <a:off x="4038600" y="838200"/>
            <a:ext cx="7315200" cy="518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1650"/>
            </a:lvl1pPr>
          </a:lstStyle>
          <a:p>
            <a:pPr algn="l"/>
            <a:r>
              <a:rPr lang="zh-CN" sz="165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Click to add content</a:t>
            </a:r>
            <a:endParaRPr lang="en-US"/>
          </a:p>
        </p:txBody>
      </p:sp>
    </p:spTree>
    <p:extLst>
      <p:ext uri="{BB962C8B-B14F-4D97-AF65-F5344CB8AC3E}">
        <p14:creationId val="27449521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-caption-image-panel Layout"/>
          <p:cNvSpPr/>
          <p:nvPr/>
        </p:nvSpPr>
        <p:spPr>
          <a:xfrm>
            <a:off x="609600" y="609600"/>
            <a:ext cx="7162800" cy="5638800"/>
          </a:xfrm>
          <a:prstGeom prst="roundRect">
            <a:avLst>
              <a:gd name="adj" fmla="val 2027"/>
            </a:avLst>
          </a:prstGeom>
          <a:solidFill>
            <a:srgbClr val="EEF2F6"/>
          </a:solidFill>
          <a:ln w="9525">
            <a:solidFill>
              <a:srgbClr val="D6DCE3"/>
            </a:solidFill>
          </a:ln>
        </p:spPr>
      </p:sp>
      <p:sp>
        <p:nvSpPr>
          <p:cNvPr id="3" name="picture-caption-panel Layout"/>
          <p:cNvSpPr/>
          <p:nvPr/>
        </p:nvSpPr>
        <p:spPr>
          <a:xfrm>
            <a:off x="8153400" y="609600"/>
            <a:ext cx="3429000" cy="5638800"/>
          </a:xfrm>
          <a:prstGeom prst="roundRect">
            <a:avLst>
              <a:gd name="adj" fmla="val 3333"/>
            </a:avLst>
          </a:prstGeom>
          <a:solidFill>
            <a:srgbClr val="F4F6F8"/>
          </a:solidFill>
          <a:ln w="9525">
            <a:solidFill>
              <a:srgbClr val="D6DCE3"/>
            </a:solidFill>
          </a:ln>
        </p:spPr>
      </p:sp>
      <p:sp>
        <p:nvSpPr>
          <p:cNvPr id="4" name="picture-caption-title-slot Placeholder"/>
          <p:cNvSpPr>
            <a:spLocks noGrp="1"/>
          </p:cNvSpPr>
          <p:nvPr>
            <p:ph type="title"/>
          </p:nvPr>
        </p:nvSpPr>
        <p:spPr>
          <a:xfrm>
            <a:off x="8458200" y="1066800"/>
            <a:ext cx="28194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550"/>
            </a:lvl1pPr>
          </a:lstStyle>
          <a:p>
            <a:pPr algn="l"/>
            <a:r>
              <a:rPr lang="zh-CN" sz="2550" b="1" dirty="0">
                <a:solidFill>
                  <a:srgbClr val="1E293B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picture-caption-body-slot Placeholder"/>
          <p:cNvSpPr>
            <a:spLocks noGrp="1"/>
          </p:cNvSpPr>
          <p:nvPr>
            <p:ph type="body" idx="1"/>
          </p:nvPr>
        </p:nvSpPr>
        <p:spPr>
          <a:xfrm>
            <a:off x="8458200" y="2362200"/>
            <a:ext cx="2819400" cy="281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650"/>
            </a:lvl1pPr>
          </a:lstStyle>
          <a:p>
            <a:pPr algn="l" marL="0" indent="0">
              <a:buNone/>
            </a:pPr>
            <a:r>
              <a:rPr lang="zh-CN" sz="16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picture-caption-picture-slot Placeholder"/>
          <p:cNvSpPr>
            <a:spLocks noGrp="1"/>
          </p:cNvSpPr>
          <p:nvPr>
            <p:ph type="pic" idx="2"/>
          </p:nvPr>
        </p:nvSpPr>
        <p:spPr>
          <a:xfrm>
            <a:off x="609600" y="609600"/>
            <a:ext cx="7162800" cy="56388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</p:spTree>
    <p:extLst>
      <p:ext uri="{BB962C8B-B14F-4D97-AF65-F5344CB8AC3E}">
        <p14:creationId val="23654933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Editorial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orial-split-image-panel Layout"/>
          <p:cNvSpPr/>
          <p:nvPr/>
        </p:nvSpPr>
        <p:spPr>
          <a:xfrm>
            <a:off x="5638800" y="609600"/>
            <a:ext cx="5943600" cy="5638800"/>
          </a:xfrm>
          <a:prstGeom prst="roundRect">
            <a:avLst>
              <a:gd name="adj" fmla="val 2027"/>
            </a:avLst>
          </a:prstGeom>
          <a:solidFill>
            <a:srgbClr val="EEF2F6"/>
          </a:solidFill>
          <a:ln w="9525">
            <a:solidFill>
              <a:srgbClr val="D6DCE3"/>
            </a:solidFill>
          </a:ln>
        </p:spPr>
      </p:sp>
      <p:sp>
        <p:nvSpPr>
          <p:cNvPr id="3" name="editorial-split-rail Layout"/>
          <p:cNvSpPr/>
          <p:nvPr/>
        </p:nvSpPr>
        <p:spPr>
          <a:xfrm>
            <a:off x="5257800" y="609600"/>
            <a:ext cx="38100" cy="56388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</a:ln>
        </p:spPr>
      </p:sp>
      <p:sp>
        <p:nvSpPr>
          <p:cNvPr id="4" name="editorial-split-title-slot Placeholder"/>
          <p:cNvSpPr>
            <a:spLocks noGrp="1"/>
          </p:cNvSpPr>
          <p:nvPr>
            <p:ph type="title"/>
          </p:nvPr>
        </p:nvSpPr>
        <p:spPr>
          <a:xfrm>
            <a:off x="609600" y="609600"/>
            <a:ext cx="42672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850"/>
            </a:lvl1pPr>
          </a:lstStyle>
          <a:p>
            <a:pPr algn="l"/>
            <a:r>
              <a:rPr lang="zh-CN" sz="2850" b="1" dirty="0">
                <a:solidFill>
                  <a:srgbClr val="1E293B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editorial-split-body-slot Placeholder"/>
          <p:cNvSpPr>
            <a:spLocks noGrp="1"/>
          </p:cNvSpPr>
          <p:nvPr>
            <p:ph type="body" idx="1"/>
          </p:nvPr>
        </p:nvSpPr>
        <p:spPr>
          <a:xfrm>
            <a:off x="609600" y="1981200"/>
            <a:ext cx="4267200" cy="335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800"/>
            </a:lvl1pPr>
          </a:lstStyle>
          <a:p>
            <a:pPr algn="l" marL="0" indent="0">
              <a:buNone/>
            </a:pPr>
            <a:r>
              <a:rPr lang="zh-CN" sz="18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editorial-split-picture-slot Placeholder"/>
          <p:cNvSpPr>
            <a:spLocks noGrp="1"/>
          </p:cNvSpPr>
          <p:nvPr>
            <p:ph type="pic" idx="2"/>
          </p:nvPr>
        </p:nvSpPr>
        <p:spPr>
          <a:xfrm>
            <a:off x="5638800" y="609600"/>
            <a:ext cx="5943600" cy="56388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</p:spTree>
    <p:extLst>
      <p:ext uri="{BB962C8B-B14F-4D97-AF65-F5344CB8AC3E}">
        <p14:creationId val="88723232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Three-Card Synthe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ree-card-panel-one Layout"/>
          <p:cNvSpPr/>
          <p:nvPr/>
        </p:nvSpPr>
        <p:spPr>
          <a:xfrm>
            <a:off x="609600" y="1600200"/>
            <a:ext cx="3505200" cy="4495800"/>
          </a:xfrm>
          <a:prstGeom prst="roundRect">
            <a:avLst>
              <a:gd name="adj" fmla="val 4348"/>
            </a:avLst>
          </a:prstGeom>
          <a:solidFill>
            <a:srgbClr val="F4F6F8"/>
          </a:solidFill>
          <a:ln w="9525">
            <a:solidFill>
              <a:srgbClr val="D6DCE3"/>
            </a:solidFill>
          </a:ln>
        </p:spPr>
      </p:sp>
      <p:sp>
        <p:nvSpPr>
          <p:cNvPr id="3" name="three-card-panel-two Layout"/>
          <p:cNvSpPr/>
          <p:nvPr/>
        </p:nvSpPr>
        <p:spPr>
          <a:xfrm>
            <a:off x="4343400" y="1600200"/>
            <a:ext cx="3505200" cy="4495800"/>
          </a:xfrm>
          <a:prstGeom prst="roundRect">
            <a:avLst>
              <a:gd name="adj" fmla="val 4348"/>
            </a:avLst>
          </a:prstGeom>
          <a:solidFill>
            <a:srgbClr val="F4F6F8"/>
          </a:solidFill>
          <a:ln w="9525">
            <a:solidFill>
              <a:srgbClr val="D6DCE3"/>
            </a:solidFill>
          </a:ln>
        </p:spPr>
      </p:sp>
      <p:sp>
        <p:nvSpPr>
          <p:cNvPr id="4" name="three-card-panel-three Layout"/>
          <p:cNvSpPr/>
          <p:nvPr/>
        </p:nvSpPr>
        <p:spPr>
          <a:xfrm>
            <a:off x="8077200" y="1600200"/>
            <a:ext cx="3505200" cy="4495800"/>
          </a:xfrm>
          <a:prstGeom prst="roundRect">
            <a:avLst>
              <a:gd name="adj" fmla="val 4348"/>
            </a:avLst>
          </a:prstGeom>
          <a:solidFill>
            <a:srgbClr val="F4F6F8"/>
          </a:solidFill>
          <a:ln w="9525">
            <a:solidFill>
              <a:srgbClr val="D6DCE3"/>
            </a:solidFill>
          </a:ln>
        </p:spPr>
      </p:sp>
      <p:sp>
        <p:nvSpPr>
          <p:cNvPr id="5" name="three-card-title-slot Placeholder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700"/>
            </a:lvl1pPr>
          </a:lstStyle>
          <a:p>
            <a:pPr algn="l"/>
            <a:r>
              <a:rPr lang="zh-CN" sz="2700" b="1" dirty="0">
                <a:solidFill>
                  <a:srgbClr val="1E293B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6" name="three-card-one-slot Placeholder"/>
          <p:cNvSpPr>
            <a:spLocks noGrp="1"/>
          </p:cNvSpPr>
          <p:nvPr>
            <p:ph type="obj" idx="1"/>
          </p:nvPr>
        </p:nvSpPr>
        <p:spPr>
          <a:xfrm>
            <a:off x="838200" y="1828800"/>
            <a:ext cx="3048000" cy="403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1650"/>
            </a:lvl1pPr>
          </a:lstStyle>
          <a:p>
            <a:pPr algn="l"/>
            <a:r>
              <a:rPr lang="zh-CN" sz="16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Click to add content</a:t>
            </a:r>
            <a:endParaRPr lang="en-US"/>
          </a:p>
        </p:txBody>
      </p:sp>
      <p:sp>
        <p:nvSpPr>
          <p:cNvPr id="7" name="three-card-two-slot Placeholder"/>
          <p:cNvSpPr>
            <a:spLocks noGrp="1"/>
          </p:cNvSpPr>
          <p:nvPr>
            <p:ph type="obj" idx="2"/>
          </p:nvPr>
        </p:nvSpPr>
        <p:spPr>
          <a:xfrm>
            <a:off x="4572000" y="1828800"/>
            <a:ext cx="3048000" cy="403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1650"/>
            </a:lvl1pPr>
          </a:lstStyle>
          <a:p>
            <a:pPr algn="l"/>
            <a:r>
              <a:rPr lang="zh-CN" sz="16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Click to add content</a:t>
            </a:r>
            <a:endParaRPr lang="en-US"/>
          </a:p>
        </p:txBody>
      </p:sp>
      <p:sp>
        <p:nvSpPr>
          <p:cNvPr id="8" name="three-card-three-slot Placeholder"/>
          <p:cNvSpPr>
            <a:spLocks noGrp="1"/>
          </p:cNvSpPr>
          <p:nvPr>
            <p:ph type="obj" idx="3"/>
          </p:nvPr>
        </p:nvSpPr>
        <p:spPr>
          <a:xfrm>
            <a:off x="8305800" y="1828800"/>
            <a:ext cx="3048000" cy="403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1650"/>
            </a:lvl1pPr>
          </a:lstStyle>
          <a:p>
            <a:pPr algn="l"/>
            <a:r>
              <a:rPr lang="zh-CN" sz="16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Click to add content</a:t>
            </a:r>
            <a:endParaRPr lang="en-US"/>
          </a:p>
        </p:txBody>
      </p:sp>
    </p:spTree>
    <p:extLst>
      <p:ext uri="{BB962C8B-B14F-4D97-AF65-F5344CB8AC3E}">
        <p14:creationId val="1482223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picture-rule Layout"/>
          <p:cNvSpPr/>
          <p:nvPr/>
        </p:nvSpPr>
        <p:spPr>
          <a:xfrm>
            <a:off x="609600" y="1143000"/>
            <a:ext cx="914400" cy="381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</a:ln>
        </p:spPr>
      </p:sp>
      <p:sp>
        <p:nvSpPr>
          <p:cNvPr id="3" name="title-picture-image-panel Layout"/>
          <p:cNvSpPr/>
          <p:nvPr/>
        </p:nvSpPr>
        <p:spPr>
          <a:xfrm>
            <a:off x="609600" y="1447800"/>
            <a:ext cx="10972800" cy="4800600"/>
          </a:xfrm>
          <a:prstGeom prst="roundRect">
            <a:avLst>
              <a:gd name="adj" fmla="val 2381"/>
            </a:avLst>
          </a:prstGeom>
          <a:solidFill>
            <a:srgbClr val="EEF2F6"/>
          </a:solidFill>
          <a:ln w="9525">
            <a:solidFill>
              <a:srgbClr val="D6DCE3"/>
            </a:solidFill>
          </a:ln>
        </p:spPr>
      </p:sp>
      <p:sp>
        <p:nvSpPr>
          <p:cNvPr id="4" name="title-picture-title-slot Placeholder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700"/>
            </a:lvl1pPr>
          </a:lstStyle>
          <a:p>
            <a:pPr algn="l"/>
            <a:r>
              <a:rPr lang="zh-CN" sz="2700" b="1" dirty="0">
                <a:solidFill>
                  <a:srgbClr val="1E293B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title-picture-picture-slot Placeholder"/>
          <p:cNvSpPr>
            <a:spLocks noGrp="1"/>
          </p:cNvSpPr>
          <p:nvPr>
            <p:ph type="pic" idx="1"/>
          </p:nvPr>
        </p:nvSpPr>
        <p:spPr>
          <a:xfrm>
            <a:off x="609600" y="1447800"/>
            <a:ext cx="10972800" cy="48006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</p:spTree>
    <p:extLst>
      <p:ext uri="{BB962C8B-B14F-4D97-AF65-F5344CB8AC3E}">
        <p14:creationId val="177422961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Two Pictur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wo-picture-left-panel Layout"/>
          <p:cNvSpPr/>
          <p:nvPr/>
        </p:nvSpPr>
        <p:spPr>
          <a:xfrm>
            <a:off x="609600" y="1447800"/>
            <a:ext cx="5257800" cy="3048000"/>
          </a:xfrm>
          <a:prstGeom prst="roundRect">
            <a:avLst>
              <a:gd name="adj" fmla="val 3750"/>
            </a:avLst>
          </a:prstGeom>
          <a:solidFill>
            <a:srgbClr val="EEF2F6"/>
          </a:solidFill>
          <a:ln w="9525">
            <a:solidFill>
              <a:srgbClr val="D6DCE3"/>
            </a:solidFill>
          </a:ln>
        </p:spPr>
      </p:sp>
      <p:sp>
        <p:nvSpPr>
          <p:cNvPr id="3" name="two-picture-right-panel Layout"/>
          <p:cNvSpPr/>
          <p:nvPr/>
        </p:nvSpPr>
        <p:spPr>
          <a:xfrm>
            <a:off x="6324600" y="1447800"/>
            <a:ext cx="5257800" cy="3048000"/>
          </a:xfrm>
          <a:prstGeom prst="roundRect">
            <a:avLst>
              <a:gd name="adj" fmla="val 3750"/>
            </a:avLst>
          </a:prstGeom>
          <a:solidFill>
            <a:srgbClr val="EEF2F6"/>
          </a:solidFill>
          <a:ln w="9525">
            <a:solidFill>
              <a:srgbClr val="D6DCE3"/>
            </a:solidFill>
          </a:ln>
        </p:spPr>
      </p:sp>
      <p:sp>
        <p:nvSpPr>
          <p:cNvPr id="4" name="two-picture-left-caption-panel Layout"/>
          <p:cNvSpPr/>
          <p:nvPr/>
        </p:nvSpPr>
        <p:spPr>
          <a:xfrm>
            <a:off x="609600" y="4724400"/>
            <a:ext cx="5257800" cy="1371600"/>
          </a:xfrm>
          <a:prstGeom prst="roundRect">
            <a:avLst>
              <a:gd name="adj" fmla="val 8333"/>
            </a:avLst>
          </a:prstGeom>
          <a:solidFill>
            <a:srgbClr val="F4F6F8"/>
          </a:solidFill>
          <a:ln w="9525">
            <a:solidFill>
              <a:srgbClr val="D6DCE3"/>
            </a:solidFill>
          </a:ln>
        </p:spPr>
      </p:sp>
      <p:sp>
        <p:nvSpPr>
          <p:cNvPr id="5" name="two-picture-right-caption-panel Layout"/>
          <p:cNvSpPr/>
          <p:nvPr/>
        </p:nvSpPr>
        <p:spPr>
          <a:xfrm>
            <a:off x="6324600" y="4724400"/>
            <a:ext cx="5257800" cy="1371600"/>
          </a:xfrm>
          <a:prstGeom prst="roundRect">
            <a:avLst>
              <a:gd name="adj" fmla="val 8333"/>
            </a:avLst>
          </a:prstGeom>
          <a:solidFill>
            <a:srgbClr val="F4F6F8"/>
          </a:solidFill>
          <a:ln w="9525">
            <a:solidFill>
              <a:srgbClr val="D6DCE3"/>
            </a:solidFill>
          </a:ln>
        </p:spPr>
      </p:sp>
      <p:sp>
        <p:nvSpPr>
          <p:cNvPr id="6" name="two-picture-title-slot Placeholder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700"/>
            </a:lvl1pPr>
          </a:lstStyle>
          <a:p>
            <a:pPr algn="l"/>
            <a:r>
              <a:rPr lang="zh-CN" sz="2700" b="1" dirty="0">
                <a:solidFill>
                  <a:srgbClr val="1E293B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7" name="two-picture-left-picture-slot Placeholder"/>
          <p:cNvSpPr>
            <a:spLocks noGrp="1"/>
          </p:cNvSpPr>
          <p:nvPr>
            <p:ph type="pic" idx="1"/>
          </p:nvPr>
        </p:nvSpPr>
        <p:spPr>
          <a:xfrm>
            <a:off x="609600" y="1447800"/>
            <a:ext cx="5257800" cy="30480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8" name="two-picture-right-picture-slot Placeholder"/>
          <p:cNvSpPr>
            <a:spLocks noGrp="1"/>
          </p:cNvSpPr>
          <p:nvPr>
            <p:ph type="pic" idx="2"/>
          </p:nvPr>
        </p:nvSpPr>
        <p:spPr>
          <a:xfrm>
            <a:off x="6324600" y="1447800"/>
            <a:ext cx="5257800" cy="30480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9" name="two-picture-left-caption-slot Placeholder"/>
          <p:cNvSpPr>
            <a:spLocks noGrp="1"/>
          </p:cNvSpPr>
          <p:nvPr>
            <p:ph type="body" idx="3"/>
          </p:nvPr>
        </p:nvSpPr>
        <p:spPr>
          <a:xfrm>
            <a:off x="838200" y="4953000"/>
            <a:ext cx="48006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algn="l" marL="0" indent="0">
              <a:buNone/>
            </a:pPr>
            <a:r>
              <a:rPr lang="zh-CN" sz="1650" dirty="0">
                <a:solidFill>
                  <a:srgbClr val="47556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0" name="two-picture-right-caption-slot Placeholder"/>
          <p:cNvSpPr>
            <a:spLocks noGrp="1"/>
          </p:cNvSpPr>
          <p:nvPr>
            <p:ph type="body" idx="4"/>
          </p:nvPr>
        </p:nvSpPr>
        <p:spPr>
          <a:xfrm>
            <a:off x="6553200" y="4953000"/>
            <a:ext cx="48006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algn="l" marL="0" indent="0">
              <a:buNone/>
            </a:pPr>
            <a:r>
              <a:rPr lang="zh-CN" sz="1650" dirty="0">
                <a:solidFill>
                  <a:srgbClr val="47556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384414802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hart and Ins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rt-insight-chart-panel Layout"/>
          <p:cNvSpPr/>
          <p:nvPr/>
        </p:nvSpPr>
        <p:spPr>
          <a:xfrm>
            <a:off x="609600" y="1447800"/>
            <a:ext cx="7239000" cy="4343400"/>
          </a:xfrm>
          <a:prstGeom prst="roundRect">
            <a:avLst>
              <a:gd name="adj" fmla="val 2632"/>
            </a:avLst>
          </a:prstGeom>
          <a:solidFill>
            <a:srgbClr val="F4F6F8"/>
          </a:solidFill>
          <a:ln w="9525">
            <a:solidFill>
              <a:srgbClr val="D6DCE3"/>
            </a:solidFill>
          </a:ln>
        </p:spPr>
      </p:sp>
      <p:sp>
        <p:nvSpPr>
          <p:cNvPr id="3" name="chart-insight-message-panel Layout"/>
          <p:cNvSpPr/>
          <p:nvPr/>
        </p:nvSpPr>
        <p:spPr>
          <a:xfrm>
            <a:off x="8153400" y="1447800"/>
            <a:ext cx="3429000" cy="4343400"/>
          </a:xfrm>
          <a:prstGeom prst="roundRect">
            <a:avLst>
              <a:gd name="adj" fmla="val 3333"/>
            </a:avLst>
          </a:prstGeom>
          <a:solidFill>
            <a:srgbClr val="F4F6F8"/>
          </a:solidFill>
          <a:ln w="9525">
            <a:solidFill>
              <a:srgbClr val="D6DCE3"/>
            </a:solidFill>
          </a:ln>
        </p:spPr>
      </p:sp>
      <p:sp>
        <p:nvSpPr>
          <p:cNvPr id="4" name="chart-insight-title-slot Placeholder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700"/>
            </a:lvl1pPr>
          </a:lstStyle>
          <a:p>
            <a:pPr algn="l"/>
            <a:r>
              <a:rPr lang="zh-CN" sz="2700" b="1" dirty="0">
                <a:solidFill>
                  <a:srgbClr val="1E293B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chart-insight-chart-slot Placeholder"/>
          <p:cNvSpPr>
            <a:spLocks noGrp="1"/>
          </p:cNvSpPr>
          <p:nvPr>
            <p:ph type="chart" idx="1"/>
          </p:nvPr>
        </p:nvSpPr>
        <p:spPr>
          <a:xfrm>
            <a:off x="838200" y="1676400"/>
            <a:ext cx="6781800" cy="38862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chart</a:t>
            </a:r>
            <a:endParaRPr lang="en-US"/>
          </a:p>
        </p:txBody>
      </p:sp>
      <p:sp>
        <p:nvSpPr>
          <p:cNvPr id="6" name="chart-insight-message-slot Placeholder"/>
          <p:cNvSpPr>
            <a:spLocks noGrp="1"/>
          </p:cNvSpPr>
          <p:nvPr>
            <p:ph type="body" idx="2"/>
          </p:nvPr>
        </p:nvSpPr>
        <p:spPr>
          <a:xfrm>
            <a:off x="8458200" y="1752600"/>
            <a:ext cx="2819400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800"/>
            </a:lvl1pPr>
          </a:lstStyle>
          <a:p>
            <a:pPr algn="l" marL="0" indent="0">
              <a:buNone/>
            </a:pPr>
            <a:r>
              <a:rPr lang="zh-CN" sz="1800" b="1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chart-insight-source-slot Placeholder"/>
          <p:cNvSpPr>
            <a:spLocks noGrp="1"/>
          </p:cNvSpPr>
          <p:nvPr>
            <p:ph type="ftr" idx="3"/>
          </p:nvPr>
        </p:nvSpPr>
        <p:spPr>
          <a:xfrm>
            <a:off x="8458200" y="5257800"/>
            <a:ext cx="2819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1050"/>
            </a:lvl1pPr>
          </a:lstStyle>
          <a:p>
            <a:pPr algn="l"/>
            <a:r>
              <a:rPr lang="zh-CN" sz="105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Footer</a:t>
            </a:r>
            <a:endParaRPr lang="en-US"/>
          </a:p>
        </p:txBody>
      </p:sp>
    </p:spTree>
    <p:extLst>
      <p:ext uri="{BB962C8B-B14F-4D97-AF65-F5344CB8AC3E}">
        <p14:creationId val="1475260762"/>
      </p:ext>
    </p:extLst>
  </p:cSld>
  <p:clrMapOvr>
    <a:masterClrMapping/>
  </p:clrMapOvr>
  <p:hf hdr="0" dt="0" ftr="1" sldNum="0"/>
</p:sldLayout>
</file>

<file path=ppt/slideMasters/_rels/slideMaster1.xml.rels><?xml version='1.0' encoding='UTF-8' standalone='yes'?>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
  <Relationship Id="rId14" Type="http://schemas.openxmlformats.org/officeDocument/2006/relationships/slideLayout" Target="../slideLayouts/slideLayout13.xml"/>
  <Relationship Id="rId15" Type="http://schemas.openxmlformats.org/officeDocument/2006/relationships/slideLayout" Target="../slideLayouts/slideLayout14.xml"/>
  <Relationship Id="rId16" Type="http://schemas.openxmlformats.org/officeDocument/2006/relationships/slideLayout" Target="../slideLayouts/slideLayout15.xml"/>
  <Relationship Id="rId17" Type="http://schemas.openxmlformats.org/officeDocument/2006/relationships/slideLayout" Target="../slideLayouts/slideLayout16.xml"/>
  <Relationship Id="rId18" Type="http://schemas.openxmlformats.org/officeDocument/2006/relationships/slideLayout" Target="../slideLayouts/slideLayout17.xml"/>
  <Relationship Id="rId19" Type="http://schemas.openxmlformats.org/officeDocument/2006/relationships/slideLayout" Target="../slideLayouts/slideLayout18.xml"/>
  <Relationship Id="rId20" Type="http://schemas.openxmlformats.org/officeDocument/2006/relationships/slideLayout" Target="../slideLayouts/slideLayout19.xml"/>
  <Relationship Id="rId21" Type="http://schemas.openxmlformats.org/officeDocument/2006/relationships/slideLayout" Target="../slideLayouts/slideLayout20.xml"/>
  <Relationship Id="rId22" Type="http://schemas.openxmlformats.org/officeDocument/2006/relationships/slideLayout" Target="../slideLayouts/slideLayout21.xml"/>
  <Relationship Id="rId23" Type="http://schemas.openxmlformats.org/officeDocument/2006/relationships/slideLayout" Target="../slideLayouts/slideLayout22.xml"/>
  <Relationship Id="rId24" Type="http://schemas.openxmlformats.org/officeDocument/2006/relationships/slideLayout" Target="../slideLayouts/slideLayout23.xml"/>
  <Relationship Id="rId25" Type="http://schemas.openxmlformats.org/officeDocument/2006/relationships/slideLayout" Target="../slideLayouts/slideLayout24.xml"/>
  <Relationship Id="rId26" Type="http://schemas.openxmlformats.org/officeDocument/2006/relationships/slideLayout" Target="../slideLayouts/slideLayout25.xml"/>
  <Relationship Id="rId27" Type="http://schemas.openxmlformats.org/officeDocument/2006/relationships/slideLayout" Target="../slideLayouts/slideLayout26.xml"/>
  <Relationship Id="rId28" Type="http://schemas.openxmlformats.org/officeDocument/2006/relationships/slideLayout" Target="../slideLayouts/slideLayout27.xml"/>
  <Relationship Id="rId29" Type="http://schemas.openxmlformats.org/officeDocument/2006/relationships/slideLayout" Target="../slideLayouts/slideLayout28.xml"/>
  <Relationship Id="rId30" Type="http://schemas.openxmlformats.org/officeDocument/2006/relationships/slideLayout" Target="../slideLayouts/slideLayout29.xml"/>
  <Relationship Id="rId31" Type="http://schemas.openxmlformats.org/officeDocument/2006/relationships/slideLayout" Target="../slideLayouts/slideLayout30.xml"/>
  <Relationship Id="rId32" Type="http://schemas.openxmlformats.org/officeDocument/2006/relationships/slideLayout" Target="../slideLayouts/slideLayout31.xml"/>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Presentation Cor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2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5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6.xml"/>
  <Relationship Id="rId2" Type="http://schemas.openxmlformats.org/officeDocument/2006/relationships/image" Target="../media/image_6ab3107024dfe963.pn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7.xml"/>
  <Relationship Id="rId2" Type="http://schemas.openxmlformats.org/officeDocument/2006/relationships/image" Target="../media/image_ae0d01636c8216b8.pn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8.xml"/>
  <Relationship Id="rId2" Type="http://schemas.openxmlformats.org/officeDocument/2006/relationships/image" Target="../media/image_e2b03df9b9b359be.jpg"/>
  <Relationship Id="rId3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9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20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  <Relationship Id="rId2" Type="http://schemas.openxmlformats.org/officeDocument/2006/relationships/notesSlide" Target="../notesSlides/notesSlide10.xml"/>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-slide-title-slot Placeholder Carrier"/>
          <p:cNvSpPr txBox="1"/>
          <p:nvPr>
            <p:ph type="title"/>
          </p:nvPr>
        </p:nvSpPr>
        <p:spPr>
          <a:xfrm>
            <a:off x="1050798" y="2346008"/>
            <a:ext cx="5240528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因子实验室 AI Factor Lab</a:t>
            </a:r>
          </a:p>
        </p:txBody>
      </p:sp>
      <p:sp>
        <p:nvSpPr>
          <p:cNvPr id="5" name="title-slide-subtitle-slot Placeholder Carrier"/>
          <p:cNvSpPr txBox="1"/>
          <p:nvPr>
            <p:ph type="subTitle" idx="1"/>
          </p:nvPr>
        </p:nvSpPr>
        <p:spPr>
          <a:xfrm>
            <a:off x="1054608" y="3493770"/>
            <a:ext cx="3957889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zh-CN" sz="24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让 AI 对因子研究结果负责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59942" y="4254818"/>
            <a:ext cx="2667076" cy="264033"/>
            <a:chOff x="1059942" y="4254818"/>
            <a:chExt cx="2667076" cy="264033"/>
          </a:xfrm>
        </p:grpSpPr>
        <p:sp>
          <p:nvSpPr>
            <p:cNvPr id="6" name="TextBox 6"/>
            <p:cNvSpPr txBox="1"/>
            <p:nvPr/>
          </p:nvSpPr>
          <p:spPr>
            <a:xfrm>
              <a:off x="1059942" y="4254818"/>
              <a:ext cx="26670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生成 → 拦截 → 验证 → 反思 → 淘汰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308790" y="2145030"/>
            <a:ext cx="2603621" cy="1276350"/>
            <a:chOff x="7308790" y="2145030"/>
            <a:chExt cx="2603621" cy="1276350"/>
          </a:xfrm>
        </p:grpSpPr>
        <p:sp>
          <p:nvSpPr>
            <p:cNvPr id="8" name="TextBox 8"/>
            <p:cNvSpPr txBox="1"/>
            <p:nvPr/>
          </p:nvSpPr>
          <p:spPr>
            <a:xfrm>
              <a:off x="7308790" y="2145030"/>
              <a:ext cx="2603621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6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69/69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058531" y="31308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结构安全基准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7344" y="4088130"/>
            <a:ext cx="1577412" cy="1276350"/>
            <a:chOff x="9517344" y="4088130"/>
            <a:chExt cx="1577412" cy="1276350"/>
          </a:xfrm>
        </p:grpSpPr>
        <p:sp>
          <p:nvSpPr>
            <p:cNvPr id="11" name="TextBox 11"/>
            <p:cNvSpPr txBox="1"/>
            <p:nvPr/>
          </p:nvSpPr>
          <p:spPr>
            <a:xfrm>
              <a:off x="9517344" y="4088130"/>
              <a:ext cx="1577412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6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0/5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753981" y="50739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独立复核接纳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59942" y="5950268"/>
            <a:ext cx="4574286" cy="264033"/>
            <a:chOff x="1059942" y="5950268"/>
            <a:chExt cx="4574286" cy="264033"/>
          </a:xfrm>
        </p:grpSpPr>
        <p:sp>
          <p:nvSpPr>
            <p:cNvPr id="14" name="TextBox 14"/>
            <p:cNvSpPr txBox="1"/>
            <p:nvPr/>
          </p:nvSpPr>
          <p:spPr>
            <a:xfrm>
              <a:off x="1059942" y="5950268"/>
              <a:ext cx="45742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北京大学金融 AI 智能体创新大赛 · 溯因量化 · 吕滢滢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2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ero-statement-title-slot Placeholder Carrier"/>
          <p:cNvSpPr txBox="1"/>
          <p:nvPr>
            <p:ph type="title"/>
          </p:nvPr>
        </p:nvSpPr>
        <p:spPr>
          <a:xfrm>
            <a:off x="898398" y="2136458"/>
            <a:ext cx="7741928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AI 会生成因子，但不会替你识别假阳性</a:t>
            </a:r>
          </a:p>
        </p:txBody>
      </p:sp>
      <p:sp>
        <p:nvSpPr>
          <p:cNvPr id="6" name="hero-statement-subtitle-slot Placeholder Carrier"/>
          <p:cNvSpPr txBox="1"/>
          <p:nvPr>
            <p:ph type="subTitle" idx="1"/>
          </p:nvPr>
        </p:nvSpPr>
        <p:spPr>
          <a:xfrm>
            <a:off x="902208" y="4236720"/>
            <a:ext cx="454761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zh-CN" sz="24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真正的瓶颈，是缺少研究纪律。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05256" y="4997768"/>
            <a:ext cx="1956816" cy="627316"/>
            <a:chOff x="905256" y="4997768"/>
            <a:chExt cx="1956816" cy="627316"/>
          </a:xfrm>
        </p:grpSpPr>
        <p:sp>
          <p:nvSpPr>
            <p:cNvPr id="7" name="TextBox 7"/>
            <p:cNvSpPr txBox="1"/>
            <p:nvPr/>
          </p:nvSpPr>
          <p:spPr>
            <a:xfrm>
              <a:off x="907542" y="4997768"/>
              <a:ext cx="10078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生成风险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05256" y="52730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任意代码不可审计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296156" y="4997768"/>
            <a:ext cx="1847774" cy="627316"/>
            <a:chOff x="4296156" y="4997768"/>
            <a:chExt cx="1847774" cy="627316"/>
          </a:xfrm>
        </p:grpSpPr>
        <p:sp>
          <p:nvSpPr>
            <p:cNvPr id="10" name="TextBox 10"/>
            <p:cNvSpPr txBox="1"/>
            <p:nvPr/>
          </p:nvSpPr>
          <p:spPr>
            <a:xfrm>
              <a:off x="4298442" y="4997768"/>
              <a:ext cx="10078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验证风险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296156" y="5273040"/>
              <a:ext cx="18477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样本内好看≠有效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87056" y="4997768"/>
            <a:ext cx="1738732" cy="627316"/>
            <a:chOff x="7687056" y="4997768"/>
            <a:chExt cx="1738732" cy="627316"/>
          </a:xfrm>
        </p:grpSpPr>
        <p:sp>
          <p:nvSpPr>
            <p:cNvPr id="13" name="TextBox 13"/>
            <p:cNvSpPr txBox="1"/>
            <p:nvPr/>
          </p:nvSpPr>
          <p:spPr>
            <a:xfrm>
              <a:off x="7689342" y="4997768"/>
              <a:ext cx="10078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产品责任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87056" y="5273040"/>
              <a:ext cx="17387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回答“能否接纳”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3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rocess-timeline-title-slot Placeholder Carrier"/>
          <p:cNvSpPr txBox="1"/>
          <p:nvPr>
            <p:ph type="title"/>
          </p:nvPr>
        </p:nvSpPr>
        <p:spPr>
          <a:xfrm>
            <a:off x="593598" y="517208"/>
            <a:ext cx="7838212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一个受限 Agent，把创造力关进研究纪律</a:t>
            </a:r>
          </a:p>
        </p:txBody>
      </p:sp>
      <p:sp>
        <p:nvSpPr>
          <p:cNvPr id="10" name="process-timeline-one-slot Placeholder Carrier"/>
          <p:cNvSpPr txBox="1"/>
          <p:nvPr>
            <p:ph idx="1"/>
          </p:nvPr>
        </p:nvSpPr>
        <p:spPr>
          <a:xfrm>
            <a:off x="1343406" y="3082290"/>
            <a:ext cx="1046988" cy="10378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>
              <a:lnSpc>
                <a:spcPts val="2250"/>
              </a:lnSpc>
            </a:pPr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生成</a:t>
            </a:r>
          </a:p>
          <a:p>
            <a:pPr algn="ctr">
              <a:lnSpc>
                <a:spcPts val="2250"/>
              </a:lnSpc>
              <a:spcBef>
                <a:spcPts val="900"/>
              </a:spcBef>
            </a:pPr>
            <a:r>
              <a: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自然语言假设</a:t>
            </a:r>
            <a:br/>
            <a:r>
              <a: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→ 受限表达式</a:t>
            </a:r>
          </a:p>
        </p:txBody>
      </p:sp>
      <p:sp>
        <p:nvSpPr>
          <p:cNvPr id="11" name="process-timeline-two-slot Placeholder Carrier"/>
          <p:cNvSpPr txBox="1"/>
          <p:nvPr>
            <p:ph idx="2"/>
          </p:nvPr>
        </p:nvSpPr>
        <p:spPr>
          <a:xfrm>
            <a:off x="3965639" y="3082290"/>
            <a:ext cx="1441323" cy="10378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>
              <a:lnSpc>
                <a:spcPts val="2250"/>
              </a:lnSpc>
            </a:pPr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拦截</a:t>
            </a:r>
          </a:p>
          <a:p>
            <a:pPr algn="ctr">
              <a:lnSpc>
                <a:spcPts val="2250"/>
              </a:lnSpc>
              <a:spcBef>
                <a:spcPts val="900"/>
              </a:spcBef>
            </a:pPr>
            <a:r>
              <a: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算子 · 字段 · 参数</a:t>
            </a:r>
            <a:br/>
            <a:r>
              <a: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深度与节点数</a:t>
            </a:r>
          </a:p>
        </p:txBody>
      </p:sp>
      <p:sp>
        <p:nvSpPr>
          <p:cNvPr id="12" name="process-timeline-three-slot Placeholder Carrier"/>
          <p:cNvSpPr txBox="1"/>
          <p:nvPr>
            <p:ph idx="3"/>
          </p:nvPr>
        </p:nvSpPr>
        <p:spPr>
          <a:xfrm>
            <a:off x="6742176" y="3082290"/>
            <a:ext cx="1527048" cy="10378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>
              <a:lnSpc>
                <a:spcPts val="2250"/>
              </a:lnSpc>
            </a:pPr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验证</a:t>
            </a:r>
          </a:p>
          <a:p>
            <a:pPr algn="ctr">
              <a:lnSpc>
                <a:spcPts val="2250"/>
              </a:lnSpc>
              <a:spcBef>
                <a:spcPts val="900"/>
              </a:spcBef>
            </a:pPr>
            <a:r>
              <a: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IC · FDR · 时间分割</a:t>
            </a:r>
            <a:br/>
            <a:r>
              <a: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扣成本策略</a:t>
            </a:r>
          </a:p>
        </p:txBody>
      </p:sp>
      <p:sp>
        <p:nvSpPr>
          <p:cNvPr id="13" name="process-timeline-four-slot Placeholder Carrier"/>
          <p:cNvSpPr txBox="1"/>
          <p:nvPr>
            <p:ph idx="4"/>
          </p:nvPr>
        </p:nvSpPr>
        <p:spPr>
          <a:xfrm>
            <a:off x="9608725" y="3082290"/>
            <a:ext cx="1432750" cy="10378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>
              <a:lnSpc>
                <a:spcPts val="2250"/>
              </a:lnSpc>
            </a:pPr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反思</a:t>
            </a:r>
          </a:p>
          <a:p>
            <a:pPr algn="ctr">
              <a:lnSpc>
                <a:spcPts val="2250"/>
              </a:lnSpc>
              <a:spcBef>
                <a:spcPts val="900"/>
              </a:spcBef>
            </a:pPr>
            <a:r>
              <a: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评分 &lt;50 回喂诊断</a:t>
            </a:r>
            <a:br/>
            <a:r>
              <a: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最多两轮</a:t>
            </a:r>
          </a:p>
        </p:txBody>
      </p:sp>
      <p:sp>
        <p:nvSpPr>
          <p:cNvPr id="14" name="process-timeline-takeaway-slot Placeholder Carrier"/>
          <p:cNvSpPr txBox="1"/>
          <p:nvPr>
            <p:ph type="body" idx="5"/>
          </p:nvPr>
        </p:nvSpPr>
        <p:spPr>
          <a:xfrm>
            <a:off x="3275082" y="5654040"/>
            <a:ext cx="564183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zh-CN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淘汰：独立环境不达门槛即停止接纳 · 人做最终决定</a:t>
            </a:r>
          </a:p>
        </p:txBody>
      </p:sp>
    </p:spTree>
  </p:cSld>
  <p:clrMapOvr>
    <a:masterClrMapping/>
  </p:clrMapOvr>
  <p:transition p14:dur="400">
    <p:fade/>
  </p:transition>
</p:sld>
</file>

<file path=ppt/slides/slide4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kpi-dashboard-title-slot Placeholder Carrier"/>
          <p:cNvSpPr txBox="1"/>
          <p:nvPr>
            <p:ph type="title"/>
          </p:nvPr>
        </p:nvSpPr>
        <p:spPr>
          <a:xfrm>
            <a:off x="593598" y="517208"/>
            <a:ext cx="8732511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安全不是提示词承诺，而是 69/69 条结构门禁</a:t>
            </a:r>
          </a:p>
        </p:txBody>
      </p:sp>
      <p:sp>
        <p:nvSpPr>
          <p:cNvPr id="9" name="kpi-dashboard-one-slot Placeholder Carrier"/>
          <p:cNvSpPr txBox="1"/>
          <p:nvPr>
            <p:ph idx="1"/>
          </p:nvPr>
        </p:nvSpPr>
        <p:spPr>
          <a:xfrm>
            <a:off x="1427607" y="1792605"/>
            <a:ext cx="878586" cy="7345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>
              <a:lnSpc>
                <a:spcPts val="2550"/>
              </a:lnSpc>
            </a:pPr>
            <a:r>
              <a: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38</a:t>
            </a:r>
          </a:p>
          <a:p>
            <a:pPr algn="ctr">
              <a:lnSpc>
                <a:spcPts val="2550"/>
              </a:lnSpc>
            </a:pPr>
            <a:r>
              <a: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白名单算子</a:t>
            </a:r>
          </a:p>
        </p:txBody>
      </p:sp>
      <p:sp>
        <p:nvSpPr>
          <p:cNvPr id="10" name="kpi-dashboard-two-slot Placeholder Carrier"/>
          <p:cNvSpPr txBox="1"/>
          <p:nvPr>
            <p:ph idx="2"/>
          </p:nvPr>
        </p:nvSpPr>
        <p:spPr>
          <a:xfrm>
            <a:off x="4161282" y="1792605"/>
            <a:ext cx="1050036" cy="7345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>
              <a:lnSpc>
                <a:spcPts val="2550"/>
              </a:lnSpc>
            </a:pPr>
            <a:r>
              <a:rPr lang="zh-CN" sz="21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69/69</a:t>
            </a:r>
          </a:p>
          <a:p>
            <a:pPr algn="ctr">
              <a:lnSpc>
                <a:spcPts val="2550"/>
              </a:lnSpc>
            </a:pPr>
            <a:r>
              <a: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固定基准全绿</a:t>
            </a:r>
          </a:p>
        </p:txBody>
      </p:sp>
      <p:sp>
        <p:nvSpPr>
          <p:cNvPr id="11" name="kpi-dashboard-three-slot Placeholder Carrier"/>
          <p:cNvSpPr txBox="1"/>
          <p:nvPr>
            <p:ph idx="3"/>
          </p:nvPr>
        </p:nvSpPr>
        <p:spPr>
          <a:xfrm>
            <a:off x="7066407" y="1792605"/>
            <a:ext cx="878586" cy="7345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>
              <a:lnSpc>
                <a:spcPts val="2550"/>
              </a:lnSpc>
            </a:pPr>
            <a:r>
              <a:rPr lang="zh-CN" sz="21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≤8</a:t>
            </a:r>
          </a:p>
          <a:p>
            <a:pPr algn="ctr">
              <a:lnSpc>
                <a:spcPts val="2550"/>
              </a:lnSpc>
            </a:pPr>
            <a:r>
              <a: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表达式深度</a:t>
            </a:r>
          </a:p>
        </p:txBody>
      </p:sp>
      <p:sp>
        <p:nvSpPr>
          <p:cNvPr id="12" name="kpi-dashboard-four-slot Placeholder Carrier"/>
          <p:cNvSpPr txBox="1"/>
          <p:nvPr>
            <p:ph idx="4"/>
          </p:nvPr>
        </p:nvSpPr>
        <p:spPr>
          <a:xfrm>
            <a:off x="9885807" y="1792605"/>
            <a:ext cx="878586" cy="7345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>
              <a:lnSpc>
                <a:spcPts val="2550"/>
              </a:lnSpc>
            </a:pPr>
            <a:r>
              <a:rPr lang="zh-CN" sz="21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≤64</a:t>
            </a:r>
          </a:p>
          <a:p>
            <a:pPr algn="ctr">
              <a:lnSpc>
                <a:spcPts val="2550"/>
              </a:lnSpc>
            </a:pPr>
            <a:r>
              <a: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语法树节点</a:t>
            </a:r>
          </a:p>
        </p:txBody>
      </p:sp>
      <p:sp>
        <p:nvSpPr>
          <p:cNvPr id="13" name="kpi-dashboard-evidence-slot Placeholder Carrier"/>
          <p:cNvSpPr txBox="1"/>
          <p:nvPr>
            <p:ph idx="5"/>
          </p:nvPr>
        </p:nvSpPr>
        <p:spPr>
          <a:xfrm>
            <a:off x="981456" y="3539490"/>
            <a:ext cx="7133463" cy="18950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4050"/>
              </a:lnSpc>
            </a:pPr>
            <a:r>
              <a: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12 条合法公式 + 57 条危险或失控输入，全部得到预期结果</a:t>
            </a:r>
            <a:br/>
            <a:r>
              <a:rPr lang="zh-CN" sz="18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注入、越权、未知字段、参数失控、深度与节点爆炸均被结构层拦截</a:t>
            </a:r>
            <a:br/>
            <a:r>
              <a:rPr lang="zh-CN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基准真实发现 signed_power 参数约束漂移 → 修复 → 全量重跑 69/69</a:t>
            </a:r>
          </a:p>
          <a:p>
            <a:pPr algn="l">
              <a:lnSpc>
                <a:spcPts val="4050"/>
              </a:lnSpc>
            </a:pPr>
            <a:r>
              <a: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结论：任意代码执行路径被设计掉，而不是靠提示词“请勿执行”。</a:t>
            </a:r>
          </a:p>
        </p:txBody>
      </p:sp>
    </p:spTree>
  </p:cSld>
  <p:clrMapOvr>
    <a:masterClrMapping/>
  </p:clrMapOvr>
  <p:transition p14:dur="400">
    <p:fade/>
  </p:transition>
</p:sld>
</file>

<file path=ppt/slides/slide5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creenshot-focus-title-slot Placeholder Carrier"/>
          <p:cNvSpPr txBox="1"/>
          <p:nvPr>
            <p:ph type="title"/>
          </p:nvPr>
        </p:nvSpPr>
        <p:spPr>
          <a:xfrm>
            <a:off x="593598" y="517208"/>
            <a:ext cx="7664958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工作台已经可用：从一句话到可否决结论</a:t>
            </a:r>
          </a:p>
        </p:txBody>
      </p:sp>
      <p:pic>
        <p:nvPicPr>
          <p:cNvPr id="12" name="screenshot-focus-picture-slot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tretch>
            <a:fillRect/>
          </a:stretch>
        </p:blipFill>
        <p:spPr>
          <a:xfrm>
            <a:off x="1333500" y="1866900"/>
            <a:ext cx="6400800" cy="4000500"/>
          </a:xfrm>
          <a:prstGeom prst="rect">
            <a:avLst/>
          </a:prstGeom>
        </p:spPr>
      </p:pic>
      <p:sp>
        <p:nvSpPr>
          <p:cNvPr id="13" name="screenshot-focus-annotation-slot Placeholder Carrier"/>
          <p:cNvSpPr txBox="1"/>
          <p:nvPr>
            <p:ph type="body" idx="2"/>
          </p:nvPr>
        </p:nvSpPr>
        <p:spPr>
          <a:xfrm>
            <a:off x="9211056" y="2015490"/>
            <a:ext cx="1847088" cy="22189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3300"/>
              </a:lnSpc>
              <a:buNone/>
            </a:pPr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无需写代码</a:t>
            </a:r>
          </a:p>
          <a:p>
            <a:pPr algn="l" marL="0" indent="0">
              <a:lnSpc>
                <a:spcPts val="3300"/>
              </a:lnSpc>
              <a:spcBef>
                <a:spcPts val="750"/>
              </a:spcBef>
              <a:buNone/>
            </a:pPr>
            <a:r>
              <a:rPr lang="zh-CN" sz="18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提出自然语言假设</a:t>
            </a:r>
            <a:br/>
            <a:r>
              <a:rPr lang="zh-CN" sz="18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运行统一验证管线</a:t>
            </a:r>
            <a:br/>
            <a:r>
              <a:rPr lang="zh-CN" sz="18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获得带边界的判定</a:t>
            </a:r>
          </a:p>
          <a:p>
            <a:pPr algn="l" marL="0" indent="0">
              <a:lnSpc>
                <a:spcPts val="3300"/>
              </a:lnSpc>
              <a:spcBef>
                <a:spcPts val="750"/>
              </a:spcBef>
              <a:buNone/>
            </a:pPr>
            <a:r>
              <a:rPr lang="zh-CN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失败状态不隐藏</a:t>
            </a:r>
          </a:p>
        </p:txBody>
      </p:sp>
      <p:sp>
        <p:nvSpPr>
          <p:cNvPr id="14" name="screenshot-focus-source-slot Placeholder Carrier"/>
          <p:cNvSpPr txBox="1"/>
          <p:nvPr>
            <p:ph type="ftr" idx="3"/>
          </p:nvPr>
        </p:nvSpPr>
        <p:spPr>
          <a:xfrm>
            <a:off x="9062466" y="5258752"/>
            <a:ext cx="19459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在线 Demo · 云端沪深300示例</a:t>
            </a:r>
          </a:p>
        </p:txBody>
      </p:sp>
    </p:spTree>
  </p:cSld>
  <p:clrMapOvr>
    <a:masterClrMapping/>
  </p:clrMapOvr>
  <p:transition p14:dur="400">
    <p:fade/>
  </p:transition>
</p:sld>
</file>

<file path=ppt/slides/slide6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mparison-title-slot Placeholder Carrier"/>
          <p:cNvSpPr txBox="1"/>
          <p:nvPr>
            <p:ph type="title"/>
          </p:nvPr>
        </p:nvSpPr>
        <p:spPr>
          <a:xfrm>
            <a:off x="593598" y="517208"/>
            <a:ext cx="8496902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经典、AI、手工因子必须走同一条证据管线</a:t>
            </a:r>
          </a:p>
        </p:txBody>
      </p:sp>
      <p:sp>
        <p:nvSpPr>
          <p:cNvPr id="7" name="comparison-left-title-slot Placeholder Carrier"/>
          <p:cNvSpPr txBox="1"/>
          <p:nvPr>
            <p:ph type="body" idx="1"/>
          </p:nvPr>
        </p:nvSpPr>
        <p:spPr>
          <a:xfrm>
            <a:off x="829056" y="1844040"/>
            <a:ext cx="14721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真实诊断输出</a:t>
            </a:r>
          </a:p>
        </p:txBody>
      </p:sp>
      <p:sp>
        <p:nvSpPr>
          <p:cNvPr id="8" name="comparison-left-content-slot Placeholder Carrier"/>
          <p:cNvSpPr txBox="1"/>
          <p:nvPr>
            <p:ph idx="2"/>
          </p:nvPr>
        </p:nvSpPr>
        <p:spPr>
          <a:xfrm>
            <a:off x="829056" y="2529840"/>
            <a:ext cx="15156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​</a:t>
            </a:r>
          </a:p>
        </p:txBody>
      </p:sp>
      <p:sp>
        <p:nvSpPr>
          <p:cNvPr id="9" name="comparison-right-title-slot Placeholder Carrier"/>
          <p:cNvSpPr txBox="1"/>
          <p:nvPr>
            <p:ph type="body" idx="3"/>
          </p:nvPr>
        </p:nvSpPr>
        <p:spPr>
          <a:xfrm>
            <a:off x="6544056" y="1844040"/>
            <a:ext cx="322444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zh-CN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统一口径，不为 AI 放宽标准</a:t>
            </a:r>
          </a:p>
        </p:txBody>
      </p:sp>
      <p:sp>
        <p:nvSpPr>
          <p:cNvPr id="10" name="comparison-right-content-slot Placeholder Carrier"/>
          <p:cNvSpPr txBox="1"/>
          <p:nvPr>
            <p:ph idx="4"/>
          </p:nvPr>
        </p:nvSpPr>
        <p:spPr>
          <a:xfrm>
            <a:off x="6544056" y="2586990"/>
            <a:ext cx="3344418" cy="29047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3300"/>
              </a:lnSpc>
            </a:pPr>
            <a:r>
              <a: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91 个经典因子</a:t>
            </a:r>
          </a:p>
          <a:p>
            <a:pPr algn="l">
              <a:lnSpc>
                <a:spcPts val="3300"/>
              </a:lnSpc>
              <a:spcBef>
                <a:spcPts val="300"/>
              </a:spcBef>
            </a:pPr>
            <a:r>
              <a:rPr lang="zh-CN" sz="18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10 教科书 + 81 WorldQuant 101</a:t>
            </a:r>
          </a:p>
          <a:p>
            <a:pPr algn="l">
              <a:lnSpc>
                <a:spcPts val="3300"/>
              </a:lnSpc>
              <a:spcBef>
                <a:spcPts val="1500"/>
              </a:spcBef>
            </a:pPr>
            <a:r>
              <a: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名义显著 6 个</a:t>
            </a:r>
          </a:p>
          <a:p>
            <a:pPr algn="l">
              <a:lnSpc>
                <a:spcPts val="3300"/>
              </a:lnSpc>
              <a:spcBef>
                <a:spcPts val="300"/>
              </a:spcBef>
            </a:pPr>
            <a:r>
              <a:rPr lang="zh-CN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FDR 校正后 0 个</a:t>
            </a:r>
          </a:p>
          <a:p>
            <a:pPr algn="l">
              <a:lnSpc>
                <a:spcPts val="3300"/>
              </a:lnSpc>
              <a:spcBef>
                <a:spcPts val="1500"/>
              </a:spcBef>
            </a:pPr>
            <a:r>
              <a:rPr lang="zh-CN" sz="18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沪深300：300只 × 778日</a:t>
            </a:r>
            <a:br/>
            <a:r>
              <a:rPr lang="zh-CN" sz="18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全A：5320只 · 同管线复核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838200" y="2652712"/>
            <a:ext cx="4800600" cy="3000375"/>
            <a:chOff x="838200" y="2652712"/>
            <a:chExt cx="4800600" cy="3000375"/>
          </a:xfrm>
        </p:grpSpPr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" y="2652712"/>
              <a:ext cx="4800600" cy="3000375"/>
            </a:xfrm>
            <a:prstGeom prst="rect">
              <a:avLst/>
            </a:prstGeom>
          </p:spPr>
        </p:pic>
      </p:grpSp>
    </p:spTree>
  </p:cSld>
  <p:clrMapOvr>
    <a:masterClrMapping/>
  </p:clrMapOvr>
  <p:transition p14:dur="400">
    <p:fade/>
  </p:transition>
</p:sld>
</file>

<file path=ppt/slides/slide7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a-story-title-slot Placeholder Carrier"/>
          <p:cNvSpPr txBox="1"/>
          <p:nvPr>
            <p:ph type="title"/>
          </p:nvPr>
        </p:nvSpPr>
        <p:spPr>
          <a:xfrm>
            <a:off x="593598" y="517208"/>
            <a:ext cx="9449161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最重要的产品证据，是系统敢把 5 个候选全部淘汰</a:t>
            </a:r>
          </a:p>
        </p:txBody>
      </p:sp>
      <p:sp>
        <p:nvSpPr>
          <p:cNvPr id="7" name="data-story-evidence-slot Placeholder Carrier"/>
          <p:cNvSpPr txBox="1"/>
          <p:nvPr>
            <p:ph idx="1"/>
          </p:nvPr>
        </p:nvSpPr>
        <p:spPr>
          <a:xfrm>
            <a:off x="829056" y="1844040"/>
            <a:ext cx="15156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​</a:t>
            </a:r>
          </a:p>
        </p:txBody>
      </p:sp>
      <p:sp>
        <p:nvSpPr>
          <p:cNvPr id="8" name="data-story-insight-slot Placeholder Carrier"/>
          <p:cNvSpPr txBox="1"/>
          <p:nvPr>
            <p:ph type="body" idx="2"/>
          </p:nvPr>
        </p:nvSpPr>
        <p:spPr>
          <a:xfrm>
            <a:off x="8439150" y="1764030"/>
            <a:ext cx="1638300" cy="3448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2550"/>
              </a:lnSpc>
              <a:buNone/>
            </a:pPr>
            <a:r>
              <a:rPr lang="zh-CN" sz="66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0/5</a:t>
            </a:r>
          </a:p>
          <a:p>
            <a:pPr algn="l" marL="0" indent="0">
              <a:lnSpc>
                <a:spcPts val="2550"/>
              </a:lnSpc>
              <a:spcBef>
                <a:spcPts val="1800"/>
              </a:spcBef>
              <a:buNone/>
            </a:pPr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通过双阶段门槛</a:t>
            </a:r>
          </a:p>
          <a:p>
            <a:pPr algn="l" marL="0" indent="0">
              <a:lnSpc>
                <a:spcPts val="2550"/>
              </a:lnSpc>
              <a:spcBef>
                <a:spcPts val="1800"/>
              </a:spcBef>
              <a:buNone/>
            </a:pPr>
            <a:r>
              <a: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本地样本内 +14.4%</a:t>
            </a:r>
            <a:br/>
            <a:r>
              <a: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独立年化 −2.45%</a:t>
            </a:r>
            <a:br/>
            <a:r>
              <a: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Sharpe −0.10</a:t>
            </a:r>
          </a:p>
          <a:p>
            <a:pPr algn="l" marL="0" indent="0">
              <a:lnSpc>
                <a:spcPts val="2550"/>
              </a:lnSpc>
              <a:spcBef>
                <a:spcPts val="750"/>
              </a:spcBef>
              <a:buNone/>
            </a:pPr>
            <a:r>
              <a:rPr lang="zh-CN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结论：淘汰</a:t>
            </a:r>
          </a:p>
        </p:txBody>
      </p:sp>
      <p:sp>
        <p:nvSpPr>
          <p:cNvPr id="9" name="data-story-source-slot Placeholder Carrier"/>
          <p:cNvSpPr txBox="1"/>
          <p:nvPr>
            <p:ph type="ftr" idx="3"/>
          </p:nvPr>
        </p:nvSpPr>
        <p:spPr>
          <a:xfrm>
            <a:off x="604266" y="6268402"/>
            <a:ext cx="48631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BigQuant 动态沪深300 · 发现期 2023-06～2025-12 · 留出期 2026-01～08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91979" y="1676400"/>
            <a:ext cx="6274242" cy="3886200"/>
            <a:chOff x="1091979" y="1676400"/>
            <a:chExt cx="6274242" cy="3886200"/>
          </a:xfrm>
        </p:grpSpPr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1979" y="1676400"/>
              <a:ext cx="6274242" cy="3886200"/>
            </a:xfrm>
            <a:prstGeom prst="rect">
              <a:avLst/>
            </a:prstGeom>
          </p:spPr>
        </p:pic>
      </p:grpSp>
    </p:spTree>
  </p:cSld>
  <p:clrMapOvr>
    <a:masterClrMapping/>
  </p:clrMapOvr>
  <p:transition p14:dur="400">
    <p:fade/>
  </p:transition>
</p:sld>
</file>

<file path=ppt/slides/slide8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wo-content-title-slot Placeholder Carrier"/>
          <p:cNvSpPr txBox="1"/>
          <p:nvPr>
            <p:ph type="title"/>
          </p:nvPr>
        </p:nvSpPr>
        <p:spPr>
          <a:xfrm>
            <a:off x="593598" y="517208"/>
            <a:ext cx="7664958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已完成产品闭环；尚未完成用户价值验证</a:t>
            </a:r>
          </a:p>
        </p:txBody>
      </p:sp>
      <p:sp>
        <p:nvSpPr>
          <p:cNvPr id="6" name="two-content-left-slot Placeholder Carrier"/>
          <p:cNvSpPr txBox="1"/>
          <p:nvPr>
            <p:ph idx="1"/>
          </p:nvPr>
        </p:nvSpPr>
        <p:spPr>
          <a:xfrm>
            <a:off x="829056" y="1939290"/>
            <a:ext cx="2532888" cy="28475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3750"/>
              </a:lnSpc>
            </a:pPr>
            <a:r>
              <a: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已完成 · 可复核</a:t>
            </a:r>
          </a:p>
          <a:p>
            <a:pPr algn="l">
              <a:lnSpc>
                <a:spcPts val="3750"/>
              </a:lnSpc>
              <a:spcBef>
                <a:spcPts val="900"/>
              </a:spcBef>
            </a:pPr>
            <a:r>
              <a: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在线工作台与双股票池</a:t>
            </a:r>
            <a:br/>
            <a:r>
              <a: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统一诊断与 FDR 校正</a:t>
            </a:r>
            <a:br/>
            <a:r>
              <a: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69/69 安全基准</a:t>
            </a:r>
            <a:br/>
            <a:r>
              <a: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复现脚本与完整失败轨迹</a:t>
            </a:r>
            <a:br/>
            <a:r>
              <a: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BigQuant 独立 0/5 复核</a:t>
            </a:r>
          </a:p>
        </p:txBody>
      </p:sp>
      <p:sp>
        <p:nvSpPr>
          <p:cNvPr id="7" name="two-content-right-slot Placeholder Carrier"/>
          <p:cNvSpPr txBox="1"/>
          <p:nvPr>
            <p:ph idx="2"/>
          </p:nvPr>
        </p:nvSpPr>
        <p:spPr>
          <a:xfrm>
            <a:off x="6544056" y="1939290"/>
            <a:ext cx="2990088" cy="28475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3750"/>
              </a:lnSpc>
            </a:pPr>
            <a:r>
              <a:rPr lang="zh-CN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下一道门槛 · 待完成</a:t>
            </a:r>
          </a:p>
          <a:p>
            <a:pPr algn="l">
              <a:lnSpc>
                <a:spcPts val="3750"/>
              </a:lnSpc>
              <a:spcBef>
                <a:spcPts val="900"/>
              </a:spcBef>
            </a:pPr>
            <a:r>
              <a: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最低 5 名、目标 8 名用户</a:t>
            </a:r>
            <a:br/>
            <a:r>
              <a: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完成固定五步任务</a:t>
            </a:r>
            <a:br/>
            <a:r>
              <a: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失败样本不剔除</a:t>
            </a:r>
            <a:br/>
            <a:r>
              <a: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脚本汇总完成率与正确判断率</a:t>
            </a:r>
          </a:p>
          <a:p>
            <a:pPr algn="l">
              <a:lnSpc>
                <a:spcPts val="3750"/>
              </a:lnSpc>
            </a:pPr>
            <a:r>
              <a:rPr lang="zh-CN" sz="1350" b="1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完成前，不声称用户价值已验证。</a:t>
            </a:r>
          </a:p>
        </p:txBody>
      </p:sp>
    </p:spTree>
  </p:cSld>
  <p:clrMapOvr>
    <a:masterClrMapping/>
  </p:clrMapOvr>
  <p:transition p14:dur="400">
    <p:fade/>
  </p:transition>
</p:sld>
</file>

<file path=ppt/slides/slide9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-summary-title-slot Placeholder Carrier"/>
          <p:cNvSpPr txBox="1"/>
          <p:nvPr>
            <p:ph type="title"/>
          </p:nvPr>
        </p:nvSpPr>
        <p:spPr>
          <a:xfrm>
            <a:off x="593598" y="517208"/>
            <a:ext cx="9361170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商业潜力不是收入预测，而是可以失败的验证门槛</a:t>
            </a:r>
          </a:p>
        </p:txBody>
      </p:sp>
      <p:graphicFrame>
        <p:nvGraphicFramePr>
          <p:cNvPr id="6" name="table-summary-table-slot Placeholder Carrier"/>
          <p:cNvGraphicFramePr>
            <a:graphicFrameLocks noGrp="1"/>
          </p:cNvGraphicFramePr>
          <p:nvPr>
            <p:ph type="tbl" idx="1"/>
          </p:nvPr>
        </p:nvGraphicFramePr>
        <p:xfrm>
          <a:off x="838200" y="1676400"/>
          <a:ext cx="739140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506"/>
                <a:gridCol w="2428603"/>
                <a:gridCol w="1267097"/>
                <a:gridCol w="2534194"/>
              </a:tblGrid>
              <a:tr h="777240"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阶段</a:t>
                      </a:r>
                    </a:p>
                  </a:txBody>
                  <a:tcPr anchor="ctr" marL="95250" marR="95250" marT="57150" marB="57150">
                    <a:lnL w="9525">
                      <a:solidFill>
                        <a:srgbClr val="29405A"/>
                      </a:solidFill>
                      <a:prstDash val="solid"/>
                    </a:lnL>
                    <a:lnR w="9525">
                      <a:solidFill>
                        <a:srgbClr val="29405A"/>
                      </a:solidFill>
                      <a:prstDash val="solid"/>
                    </a:lnR>
                    <a:lnT w="9525">
                      <a:solidFill>
                        <a:srgbClr val="29405A"/>
                      </a:solidFill>
                      <a:prstDash val="solid"/>
                    </a:lnT>
                    <a:lnB w="9525">
                      <a:solidFill>
                        <a:srgbClr val="29405A"/>
                      </a:solidFill>
                      <a:prstDash val="solid"/>
                    </a:lnB>
                    <a:solidFill>
                      <a:srgbClr val="13243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验证门槛</a:t>
                      </a:r>
                    </a:p>
                  </a:txBody>
                  <a:tcPr anchor="ctr" marL="95250" marR="95250" marT="57150" marB="57150">
                    <a:lnL w="9525">
                      <a:solidFill>
                        <a:srgbClr val="29405A"/>
                      </a:solidFill>
                      <a:prstDash val="solid"/>
                    </a:lnL>
                    <a:lnR w="9525">
                      <a:solidFill>
                        <a:srgbClr val="29405A"/>
                      </a:solidFill>
                      <a:prstDash val="solid"/>
                    </a:lnR>
                    <a:lnT w="9525">
                      <a:solidFill>
                        <a:srgbClr val="29405A"/>
                      </a:solidFill>
                      <a:prstDash val="solid"/>
                    </a:lnT>
                    <a:lnB w="9525">
                      <a:solidFill>
                        <a:srgbClr val="29405A"/>
                      </a:solidFill>
                      <a:prstDash val="solid"/>
                    </a:lnB>
                    <a:solidFill>
                      <a:srgbClr val="13243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状态</a:t>
                      </a:r>
                    </a:p>
                  </a:txBody>
                  <a:tcPr anchor="ctr" marL="95250" marR="95250" marT="57150" marB="57150">
                    <a:lnL w="9525">
                      <a:solidFill>
                        <a:srgbClr val="29405A"/>
                      </a:solidFill>
                      <a:prstDash val="solid"/>
                    </a:lnL>
                    <a:lnR w="9525">
                      <a:solidFill>
                        <a:srgbClr val="29405A"/>
                      </a:solidFill>
                      <a:prstDash val="solid"/>
                    </a:lnR>
                    <a:lnT w="9525">
                      <a:solidFill>
                        <a:srgbClr val="29405A"/>
                      </a:solidFill>
                      <a:prstDash val="solid"/>
                    </a:lnT>
                    <a:lnB w="9525">
                      <a:solidFill>
                        <a:srgbClr val="29405A"/>
                      </a:solidFill>
                      <a:prstDash val="solid"/>
                    </a:lnB>
                    <a:solidFill>
                      <a:srgbClr val="13243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未达标动作</a:t>
                      </a:r>
                    </a:p>
                  </a:txBody>
                  <a:tcPr anchor="ctr" marL="95250" marR="95250" marT="57150" marB="57150">
                    <a:lnL w="9525">
                      <a:solidFill>
                        <a:srgbClr val="29405A"/>
                      </a:solidFill>
                      <a:prstDash val="solid"/>
                    </a:lnL>
                    <a:lnR w="9525">
                      <a:solidFill>
                        <a:srgbClr val="29405A"/>
                      </a:solidFill>
                      <a:prstDash val="solid"/>
                    </a:lnR>
                    <a:lnT w="9525">
                      <a:solidFill>
                        <a:srgbClr val="29405A"/>
                      </a:solidFill>
                      <a:prstDash val="solid"/>
                    </a:lnT>
                    <a:lnB w="9525">
                      <a:solidFill>
                        <a:srgbClr val="29405A"/>
                      </a:solidFill>
                      <a:prstDash val="solid"/>
                    </a:lnB>
                    <a:solidFill>
                      <a:srgbClr val="13243A"/>
                    </a:solidFill>
                  </a:tcPr>
                </a:tc>
              </a:tr>
              <a:tr h="1036320"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提交前</a:t>
                      </a:r>
                    </a:p>
                  </a:txBody>
                  <a:tcPr anchor="ctr" marL="95250" marR="95250" marT="57150" marB="57150">
                    <a:lnL w="9525">
                      <a:solidFill>
                        <a:srgbClr val="29405A"/>
                      </a:solidFill>
                      <a:prstDash val="solid"/>
                    </a:lnL>
                    <a:lnR w="9525">
                      <a:solidFill>
                        <a:srgbClr val="29405A"/>
                      </a:solidFill>
                      <a:prstDash val="solid"/>
                    </a:lnR>
                    <a:lnT w="9525">
                      <a:solidFill>
                        <a:srgbClr val="29405A"/>
                      </a:solidFill>
                      <a:prstDash val="solid"/>
                    </a:lnT>
                    <a:lnB w="9525">
                      <a:solidFill>
                        <a:srgbClr val="29405A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≥5 名目标用户统一任务测试</a:t>
                      </a:r>
                    </a:p>
                  </a:txBody>
                  <a:tcPr anchor="ctr" marL="95250" marR="95250" marT="57150" marB="57150">
                    <a:lnL w="9525">
                      <a:solidFill>
                        <a:srgbClr val="29405A"/>
                      </a:solidFill>
                      <a:prstDash val="solid"/>
                    </a:lnL>
                    <a:lnR w="9525">
                      <a:solidFill>
                        <a:srgbClr val="29405A"/>
                      </a:solidFill>
                      <a:prstDash val="solid"/>
                    </a:lnR>
                    <a:lnT w="9525">
                      <a:solidFill>
                        <a:srgbClr val="29405A"/>
                      </a:solidFill>
                      <a:prstDash val="solid"/>
                    </a:lnT>
                    <a:lnB w="9525">
                      <a:solidFill>
                        <a:srgbClr val="29405A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待完成</a:t>
                      </a:r>
                    </a:p>
                  </a:txBody>
                  <a:tcPr anchor="ctr" marL="95250" marR="95250" marT="57150" marB="57150">
                    <a:lnL w="9525">
                      <a:solidFill>
                        <a:srgbClr val="29405A"/>
                      </a:solidFill>
                      <a:prstDash val="solid"/>
                    </a:lnL>
                    <a:lnR w="9525">
                      <a:solidFill>
                        <a:srgbClr val="29405A"/>
                      </a:solidFill>
                      <a:prstDash val="solid"/>
                    </a:lnR>
                    <a:lnT w="9525">
                      <a:solidFill>
                        <a:srgbClr val="29405A"/>
                      </a:solidFill>
                      <a:prstDash val="solid"/>
                    </a:lnT>
                    <a:lnB w="9525">
                      <a:solidFill>
                        <a:srgbClr val="29405A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继续测试不写成已验证</a:t>
                      </a:r>
                    </a:p>
                  </a:txBody>
                  <a:tcPr anchor="ctr" marL="95250" marR="95250" marT="57150" marB="57150">
                    <a:lnL w="9525">
                      <a:solidFill>
                        <a:srgbClr val="29405A"/>
                      </a:solidFill>
                      <a:prstDash val="solid"/>
                    </a:lnL>
                    <a:lnR w="9525">
                      <a:solidFill>
                        <a:srgbClr val="29405A"/>
                      </a:solidFill>
                      <a:prstDash val="solid"/>
                    </a:lnR>
                    <a:lnT w="9525">
                      <a:solidFill>
                        <a:srgbClr val="29405A"/>
                      </a:solidFill>
                      <a:prstDash val="solid"/>
                    </a:lnT>
                    <a:lnB w="9525">
                      <a:solidFill>
                        <a:srgbClr val="29405A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</a:tr>
              <a:tr h="1036320"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30–90 天</a:t>
                      </a:r>
                    </a:p>
                  </a:txBody>
                  <a:tcPr anchor="ctr" marL="95250" marR="95250" marT="57150" marB="57150">
                    <a:lnL w="9525">
                      <a:solidFill>
                        <a:srgbClr val="29405A"/>
                      </a:solidFill>
                      <a:prstDash val="solid"/>
                    </a:lnL>
                    <a:lnR w="9525">
                      <a:solidFill>
                        <a:srgbClr val="29405A"/>
                      </a:solidFill>
                      <a:prstDash val="solid"/>
                    </a:lnR>
                    <a:lnT w="9525">
                      <a:solidFill>
                        <a:srgbClr val="29405A"/>
                      </a:solidFill>
                      <a:prstDash val="solid"/>
                    </a:lnT>
                    <a:lnB w="9525">
                      <a:solidFill>
                        <a:srgbClr val="29405A"/>
                      </a:solidFill>
                      <a:prstDash val="solid"/>
                    </a:lnB>
                    <a:solidFill>
                      <a:srgbClr val="13243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30 持续用户 · 10 访谈3 可退款早期试用</a:t>
                      </a:r>
                    </a:p>
                  </a:txBody>
                  <a:tcPr anchor="ctr" marL="95250" marR="95250" marT="57150" marB="57150">
                    <a:lnL w="9525">
                      <a:solidFill>
                        <a:srgbClr val="29405A"/>
                      </a:solidFill>
                      <a:prstDash val="solid"/>
                    </a:lnL>
                    <a:lnR w="9525">
                      <a:solidFill>
                        <a:srgbClr val="29405A"/>
                      </a:solidFill>
                      <a:prstDash val="solid"/>
                    </a:lnR>
                    <a:lnT w="9525">
                      <a:solidFill>
                        <a:srgbClr val="29405A"/>
                      </a:solidFill>
                      <a:prstDash val="solid"/>
                    </a:lnT>
                    <a:lnB w="9525">
                      <a:solidFill>
                        <a:srgbClr val="29405A"/>
                      </a:solidFill>
                      <a:prstDash val="solid"/>
                    </a:lnB>
                    <a:solidFill>
                      <a:srgbClr val="13243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待验证</a:t>
                      </a:r>
                    </a:p>
                  </a:txBody>
                  <a:tcPr anchor="ctr" marL="95250" marR="95250" marT="57150" marB="57150">
                    <a:lnL w="9525">
                      <a:solidFill>
                        <a:srgbClr val="29405A"/>
                      </a:solidFill>
                      <a:prstDash val="solid"/>
                    </a:lnL>
                    <a:lnR w="9525">
                      <a:solidFill>
                        <a:srgbClr val="29405A"/>
                      </a:solidFill>
                      <a:prstDash val="solid"/>
                    </a:lnR>
                    <a:lnT w="9525">
                      <a:solidFill>
                        <a:srgbClr val="29405A"/>
                      </a:solidFill>
                      <a:prstDash val="solid"/>
                    </a:lnT>
                    <a:lnB w="9525">
                      <a:solidFill>
                        <a:srgbClr val="29405A"/>
                      </a:solidFill>
                      <a:prstDash val="solid"/>
                    </a:lnB>
                    <a:solidFill>
                      <a:srgbClr val="13243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修复漏斗再验证付费</a:t>
                      </a:r>
                    </a:p>
                  </a:txBody>
                  <a:tcPr anchor="ctr" marL="95250" marR="95250" marT="57150" marB="57150">
                    <a:lnL w="9525">
                      <a:solidFill>
                        <a:srgbClr val="29405A"/>
                      </a:solidFill>
                      <a:prstDash val="solid"/>
                    </a:lnL>
                    <a:lnR w="9525">
                      <a:solidFill>
                        <a:srgbClr val="29405A"/>
                      </a:solidFill>
                      <a:prstDash val="solid"/>
                    </a:lnR>
                    <a:lnT w="9525">
                      <a:solidFill>
                        <a:srgbClr val="29405A"/>
                      </a:solidFill>
                      <a:prstDash val="solid"/>
                    </a:lnT>
                    <a:lnB w="9525">
                      <a:solidFill>
                        <a:srgbClr val="29405A"/>
                      </a:solidFill>
                      <a:prstDash val="solid"/>
                    </a:lnB>
                    <a:solidFill>
                      <a:srgbClr val="13243A"/>
                    </a:solidFill>
                  </a:tcPr>
                </a:tc>
              </a:tr>
              <a:tr h="1036320"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机构端</a:t>
                      </a:r>
                    </a:p>
                  </a:txBody>
                  <a:tcPr anchor="ctr" marL="95250" marR="95250" marT="57150" marB="57150">
                    <a:lnL w="9525">
                      <a:solidFill>
                        <a:srgbClr val="29405A"/>
                      </a:solidFill>
                      <a:prstDash val="solid"/>
                    </a:lnL>
                    <a:lnR w="9525">
                      <a:solidFill>
                        <a:srgbClr val="29405A"/>
                      </a:solidFill>
                      <a:prstDash val="solid"/>
                    </a:lnR>
                    <a:lnT w="9525">
                      <a:solidFill>
                        <a:srgbClr val="29405A"/>
                      </a:solidFill>
                      <a:prstDash val="solid"/>
                    </a:lnT>
                    <a:lnB w="9525">
                      <a:solidFill>
                        <a:srgbClr val="29405A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个人端成立后1–3 团队访谈</a:t>
                      </a:r>
                    </a:p>
                  </a:txBody>
                  <a:tcPr anchor="ctr" marL="95250" marR="95250" marT="57150" marB="57150">
                    <a:lnL w="9525">
                      <a:solidFill>
                        <a:srgbClr val="29405A"/>
                      </a:solidFill>
                      <a:prstDash val="solid"/>
                    </a:lnL>
                    <a:lnR w="9525">
                      <a:solidFill>
                        <a:srgbClr val="29405A"/>
                      </a:solidFill>
                      <a:prstDash val="solid"/>
                    </a:lnR>
                    <a:lnT w="9525">
                      <a:solidFill>
                        <a:srgbClr val="29405A"/>
                      </a:solidFill>
                      <a:prstDash val="solid"/>
                    </a:lnT>
                    <a:lnB w="9525">
                      <a:solidFill>
                        <a:srgbClr val="29405A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1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条件触发</a:t>
                      </a:r>
                    </a:p>
                  </a:txBody>
                  <a:tcPr anchor="ctr" marL="95250" marR="95250" marT="57150" marB="57150">
                    <a:lnL w="9525">
                      <a:solidFill>
                        <a:srgbClr val="29405A"/>
                      </a:solidFill>
                      <a:prstDash val="solid"/>
                    </a:lnL>
                    <a:lnR w="9525">
                      <a:solidFill>
                        <a:srgbClr val="29405A"/>
                      </a:solidFill>
                      <a:prstDash val="solid"/>
                    </a:lnR>
                    <a:lnT w="9525">
                      <a:solidFill>
                        <a:srgbClr val="29405A"/>
                      </a:solidFill>
                      <a:prstDash val="solid"/>
                    </a:lnT>
                    <a:lnB w="9525">
                      <a:solidFill>
                        <a:srgbClr val="29405A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350" b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不提前扩张机构销售</a:t>
                      </a:r>
                    </a:p>
                  </a:txBody>
                  <a:tcPr anchor="ctr" marL="95250" marR="95250" marT="57150" marB="57150">
                    <a:lnL w="9525">
                      <a:solidFill>
                        <a:srgbClr val="29405A"/>
                      </a:solidFill>
                      <a:prstDash val="solid"/>
                    </a:lnL>
                    <a:lnR w="9525">
                      <a:solidFill>
                        <a:srgbClr val="29405A"/>
                      </a:solidFill>
                      <a:prstDash val="solid"/>
                    </a:lnR>
                    <a:lnT w="9525">
                      <a:solidFill>
                        <a:srgbClr val="29405A"/>
                      </a:solidFill>
                      <a:prstDash val="solid"/>
                    </a:lnT>
                    <a:lnB w="9525">
                      <a:solidFill>
                        <a:srgbClr val="29405A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7" name="table-summary-message-slot Placeholder Carrier"/>
          <p:cNvSpPr txBox="1"/>
          <p:nvPr>
            <p:ph type="body" idx="2"/>
          </p:nvPr>
        </p:nvSpPr>
        <p:spPr>
          <a:xfrm>
            <a:off x="9058656" y="2015490"/>
            <a:ext cx="1618488" cy="26951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2250"/>
              </a:lnSpc>
              <a:buNone/>
            </a:pPr>
            <a:r>
              <a:rPr lang="zh-CN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先验证持续使用</a:t>
            </a:r>
          </a:p>
          <a:p>
            <a:pPr algn="l" marL="0" indent="0">
              <a:lnSpc>
                <a:spcPts val="2250"/>
              </a:lnSpc>
              <a:spcBef>
                <a:spcPts val="1950"/>
              </a:spcBef>
              <a:buNone/>
            </a:pPr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再验证增值需求</a:t>
            </a:r>
          </a:p>
          <a:p>
            <a:pPr algn="l" marL="0" indent="0">
              <a:lnSpc>
                <a:spcPts val="2250"/>
              </a:lnSpc>
              <a:spcBef>
                <a:spcPts val="1950"/>
              </a:spcBef>
              <a:buNone/>
            </a:pPr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最后做付费试验</a:t>
            </a:r>
          </a:p>
          <a:p>
            <a:pPr algn="l" marL="0" indent="0">
              <a:lnSpc>
                <a:spcPts val="2250"/>
              </a:lnSpc>
              <a:spcBef>
                <a:spcPts val="3000"/>
              </a:spcBef>
              <a:buNone/>
            </a:pPr>
            <a:r>
              <a: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候选方向</a:t>
            </a:r>
          </a:p>
          <a:p>
            <a:pPr algn="l" marL="0" indent="0">
              <a:lnSpc>
                <a:spcPts val="2250"/>
              </a:lnSpc>
              <a:spcBef>
                <a:spcPts val="300"/>
              </a:spcBef>
              <a:buNone/>
            </a:pPr>
            <a:r>
              <a: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云端全A更新</a:t>
            </a:r>
            <a:br/>
            <a:r>
              <a: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批量扫描 · 团队协作</a:t>
            </a:r>
          </a:p>
        </p:txBody>
      </p:sp>
      <p:sp>
        <p:nvSpPr>
          <p:cNvPr id="8" name="table-summary-source-slot Placeholder Carrier"/>
          <p:cNvSpPr txBox="1"/>
          <p:nvPr>
            <p:ph type="ftr" idx="3"/>
          </p:nvPr>
        </p:nvSpPr>
        <p:spPr>
          <a:xfrm>
            <a:off x="9062466" y="5373052"/>
            <a:ext cx="17068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结果、计划与假设严格分层</a:t>
            </a:r>
          </a:p>
        </p:txBody>
      </p:sp>
    </p:spTree>
  </p:cSld>
  <p:clrMapOvr>
    <a:masterClrMapping/>
  </p:clrMapOvr>
  <p:transition p14:dur="400">
    <p:fade/>
  </p:transition>
</p:sld>
</file>

<file path=ppt/slides/slide10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ero-statement-title-slot Placeholder Carrier"/>
          <p:cNvSpPr txBox="1"/>
          <p:nvPr>
            <p:ph type="title"/>
          </p:nvPr>
        </p:nvSpPr>
        <p:spPr>
          <a:xfrm>
            <a:off x="898398" y="2079308"/>
            <a:ext cx="9086096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AI 提出候选，结构拦截，证据判定，人做决定</a:t>
            </a:r>
          </a:p>
        </p:txBody>
      </p:sp>
      <p:sp>
        <p:nvSpPr>
          <p:cNvPr id="6" name="hero-statement-subtitle-slot Placeholder Carrier"/>
          <p:cNvSpPr txBox="1"/>
          <p:nvPr>
            <p:ph type="subTitle" idx="1"/>
          </p:nvPr>
        </p:nvSpPr>
        <p:spPr>
          <a:xfrm>
            <a:off x="902208" y="4236720"/>
            <a:ext cx="648614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zh-CN" sz="24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创新不是预测收益，而是让研究过程可否决。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07542" y="5054918"/>
            <a:ext cx="4320883" cy="264033"/>
            <a:chOff x="907542" y="5054918"/>
            <a:chExt cx="4320883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907542" y="5054918"/>
              <a:ext cx="43208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38 个受限算子 · 69/69 安全基准 · 0/5 独立复核接纳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07542" y="5493068"/>
            <a:ext cx="5102352" cy="264033"/>
            <a:chOff x="907542" y="5493068"/>
            <a:chExt cx="5102352" cy="264033"/>
          </a:xfrm>
        </p:grpSpPr>
        <p:sp>
          <p:nvSpPr>
            <p:cNvPr id="9" name="TextBox 9"/>
            <p:cNvSpPr txBox="1"/>
            <p:nvPr/>
          </p:nvSpPr>
          <p:spPr>
            <a:xfrm>
              <a:off x="907542" y="5493068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下一步：完成真实用户任务测试，让这套智能体进入下一轮验证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EAF2F8"/>
      </a:dk1>
      <a:lt1>
        <a:srgbClr val="07111F"/>
      </a:lt1>
      <a:dk2>
        <a:srgbClr val="1F497D"/>
      </a:dk2>
      <a:lt2>
        <a:srgbClr val="07111F"/>
      </a:lt2>
      <a:accent1>
        <a:srgbClr val="2DD4BF"/>
      </a:accent1>
      <a:accent2>
        <a:srgbClr val="F6C453"/>
      </a:accent2>
      <a:accent3>
        <a:srgbClr val="4EA8DE"/>
      </a:accent3>
      <a:accent4>
        <a:srgbClr val="2DD4BF"/>
      </a:accent4>
      <a:accent5>
        <a:srgbClr val="0F1C2E"/>
      </a:accent5>
      <a:accent6>
        <a:srgbClr val="A8B6C5"/>
      </a:accent6>
      <a:hlink>
        <a:srgbClr val="F6C453"/>
      </a:hlink>
      <a:folHlink>
        <a:srgbClr val="4EA8DE"/>
      </a:folHlink>
    </a:clrScheme>
    <a:fontScheme name="PPT Master">
      <a:majorFont>
        <a:latin typeface="Aptos Display"/>
        <a:ea typeface="Microsoft YaHei"/>
        <a:cs typeface="Aptos Display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Microsoft YaHei"/>
        <a:cs typeface="Aptos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PT Master">
      <a:dk1>
        <a:srgbClr val="EAF2F8"/>
      </a:dk1>
      <a:lt1>
        <a:srgbClr val="07111F"/>
      </a:lt1>
      <a:dk2>
        <a:srgbClr val="1F497D"/>
      </a:dk2>
      <a:lt2>
        <a:srgbClr val="07111F"/>
      </a:lt2>
      <a:accent1>
        <a:srgbClr val="2DD4BF"/>
      </a:accent1>
      <a:accent2>
        <a:srgbClr val="F6C453"/>
      </a:accent2>
      <a:accent3>
        <a:srgbClr val="4EA8DE"/>
      </a:accent3>
      <a:accent4>
        <a:srgbClr val="2DD4BF"/>
      </a:accent4>
      <a:accent5>
        <a:srgbClr val="0F1C2E"/>
      </a:accent5>
      <a:accent6>
        <a:srgbClr val="A8B6C5"/>
      </a:accent6>
      <a:hlink>
        <a:srgbClr val="F6C453"/>
      </a:hlink>
      <a:folHlink>
        <a:srgbClr val="4EA8DE"/>
      </a:folHlink>
    </a:clrScheme>
    <a:fontScheme name="PPT Master">
      <a:majorFont>
        <a:latin typeface="Aptos Display"/>
        <a:ea typeface="Microsoft YaHei"/>
        <a:cs typeface="Aptos Display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Microsoft YaHei"/>
        <a:cs typeface="Aptos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2026-09-01T13:13:51Z</dcterms:created>
  <dcterms:modified xsi:type="dcterms:W3CDTF">2026-09-01T13:13:51Z</dcterms:modified>
  <cp:category/>
  <cp:contentStatus/>
</cp:coreProperties>
</file>